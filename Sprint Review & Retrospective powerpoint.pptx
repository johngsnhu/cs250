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4"/>
  </p:sldMasterIdLst>
  <p:notesMasterIdLst>
    <p:notesMasterId r:id="rId11"/>
  </p:notesMasterIdLst>
  <p:handoutMasterIdLst>
    <p:handoutMasterId r:id="rId12"/>
  </p:handoutMasterIdLst>
  <p:sldIdLst>
    <p:sldId id="1519" r:id="rId5"/>
    <p:sldId id="1520" r:id="rId6"/>
    <p:sldId id="1523" r:id="rId7"/>
    <p:sldId id="1499" r:id="rId8"/>
    <p:sldId id="1521" r:id="rId9"/>
    <p:sldId id="151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8"/>
  </p:normalViewPr>
  <p:slideViewPr>
    <p:cSldViewPr snapToGrid="0">
      <p:cViewPr>
        <p:scale>
          <a:sx n="100" d="100"/>
          <a:sy n="100" d="100"/>
        </p:scale>
        <p:origin x="990" y="186"/>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6/21/2026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6/21/2026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Grzeskowiak SNHU CS250</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3283715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role is essential for a Scrum team to succeed. The Product Owner focuses on what should be built, while the Scrum Master focuses on how the team works, while the development team creates the product. </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2691490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9D07E-B495-2DD0-CF4F-6A2A5CDF6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28E7E-4911-FB54-D5D9-A8C836C19D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84521D-D6A9-84B1-1AD8-E93CBF4B92DF}"/>
              </a:ext>
            </a:extLst>
          </p:cNvPr>
          <p:cNvSpPr>
            <a:spLocks noGrp="1"/>
          </p:cNvSpPr>
          <p:nvPr>
            <p:ph type="body" idx="1"/>
          </p:nvPr>
        </p:nvSpPr>
        <p:spPr/>
        <p:txBody>
          <a:bodyPr/>
          <a:lstStyle/>
          <a:p>
            <a:r>
              <a:rPr lang="en-US" dirty="0"/>
              <a:t>Both agile and the waterfall model go through the same stages. The main difference being that with Agile we go through these phases at each sprint, not just a single time throughout the entirety of the project. </a:t>
            </a:r>
          </a:p>
        </p:txBody>
      </p:sp>
      <p:sp>
        <p:nvSpPr>
          <p:cNvPr id="4" name="Slide Number Placeholder 3">
            <a:extLst>
              <a:ext uri="{FF2B5EF4-FFF2-40B4-BE49-F238E27FC236}">
                <a16:creationId xmlns:a16="http://schemas.microsoft.com/office/drawing/2014/main" id="{6B0263CA-C4AD-CF1C-32F6-BC79BE9338B7}"/>
              </a:ext>
            </a:extLst>
          </p:cNvPr>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2085153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waterfall model follows a strict, linear path where progress must only move forward when the previous phase has been completed, or else you start from requirements phase again (phase 1). Teams usually won’t revisit past work in a waterfall model unless they are willing to start nearly from the beginning, having to do a lot of rework.</a:t>
            </a:r>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292433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option will always depend on the project. For example, a travel company may be more focused on their product being released quickly and aren’t 100% sure as to what the finished project will look like (agile), whereas one isn’t on a time crunch but knows exactly what kind of product they want (waterfall).</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1500283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39394124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9" y="5109526"/>
            <a:ext cx="10923936" cy="641279"/>
          </a:xfrm>
        </p:spPr>
        <p:txBody>
          <a:bodyPr anchor="b">
            <a:noAutofit/>
          </a:bodyPr>
          <a:lstStyle>
            <a:lvl1pPr algn="l">
              <a:defRPr sz="5000" u="sng" cap="all" baseline="0">
                <a:solidFill>
                  <a:schemeClr val="bg1"/>
                </a:solidFill>
              </a:defRPr>
            </a:lvl1pPr>
          </a:lstStyle>
          <a:p>
            <a:r>
              <a:rPr lang="en-US"/>
              <a:t>Click to edit Master title style</a:t>
            </a:r>
            <a:endParaRPr lang="en-US" dirty="0"/>
          </a:p>
        </p:txBody>
      </p:sp>
      <p:sp>
        <p:nvSpPr>
          <p:cNvPr id="57" name="Subtitle 2">
            <a:extLst>
              <a:ext uri="{FF2B5EF4-FFF2-40B4-BE49-F238E27FC236}">
                <a16:creationId xmlns:a16="http://schemas.microsoft.com/office/drawing/2014/main" id="{CDE85611-F29A-5B31-8523-08B6A1185CA9}"/>
              </a:ext>
            </a:extLst>
          </p:cNvPr>
          <p:cNvSpPr>
            <a:spLocks noGrp="1"/>
          </p:cNvSpPr>
          <p:nvPr>
            <p:ph type="subTitle" idx="1"/>
          </p:nvPr>
        </p:nvSpPr>
        <p:spPr>
          <a:xfrm>
            <a:off x="634029" y="5811724"/>
            <a:ext cx="10923936" cy="409290"/>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60000"/>
            </a:blip>
            <a:srcRect/>
            <a:stretch>
              <a:fillRect t="-40" b="-40"/>
            </a:stretch>
          </a:blipFill>
        </p:spPr>
        <p:txBody>
          <a:bodyPr/>
          <a:lstStyle/>
          <a:p>
            <a:r>
              <a:rPr lang="en-US"/>
              <a:t>Click icon to add picture</a:t>
            </a:r>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634029" y="6211605"/>
            <a:ext cx="3657600" cy="630936"/>
          </a:xfrm>
        </p:spPr>
        <p:txBody>
          <a:bodyPr/>
          <a:lstStyle>
            <a:lvl1pPr>
              <a:defRPr>
                <a:solidFill>
                  <a:schemeClr val="bg1"/>
                </a:solidFill>
              </a:defRPr>
            </a:lvl1pPr>
          </a:lstStyle>
          <a:p>
            <a:r>
              <a:rPr lang="en-US" dirty="0"/>
              <a:t>SHAPING THE FUTURE OF OUR INDUSTRY</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700589" y="6212217"/>
            <a:ext cx="914400" cy="630936"/>
          </a:xfrm>
        </p:spPr>
        <p:txBody>
          <a:bodyPr/>
          <a:lstStyle>
            <a:lvl1pPr>
              <a:defRPr>
                <a:solidFill>
                  <a:schemeClr val="bg1"/>
                </a:solidFill>
              </a:defRPr>
            </a:lvl1pPr>
          </a:lstStyle>
          <a:p>
            <a:fld id="{4C7524BB-F0A6-4140-A8AB-1C8A7E34AB03}" type="datetime1">
              <a:rPr lang="en-US" smtClean="0"/>
              <a:pPr/>
              <a:t>6/21/2026</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009325" y="6221013"/>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967802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oAutofit/>
          </a:bodyPr>
          <a:lstStyle>
            <a:lvl1pPr>
              <a:defRPr sz="6000" u="sng" cap="all" baseline="0">
                <a:solidFill>
                  <a:schemeClr val="bg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634029" y="0"/>
            <a:ext cx="4328498" cy="630936"/>
          </a:xfrm>
        </p:spPr>
        <p:txBody>
          <a:body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672014" y="0"/>
            <a:ext cx="942975" cy="630936"/>
          </a:xfrm>
        </p:spPr>
        <p:txBody>
          <a:bodyPr/>
          <a:lstStyle/>
          <a:p>
            <a:fld id="{7E574385-C0BA-734A-92FC-17834D8EB701}" type="datetime1">
              <a:rPr lang="en-US" smtClean="0"/>
              <a:t>6/21/2026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3" y="0"/>
            <a:ext cx="556592" cy="630936"/>
          </a:xfrm>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7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24096" y="1016954"/>
            <a:ext cx="4306487" cy="3345811"/>
          </a:xfrm>
        </p:spPr>
        <p:txBody>
          <a:bodyPr anchor="b">
            <a:noAutofit/>
          </a:bodyPr>
          <a:lstStyle>
            <a:lvl1pPr algn="l">
              <a:defRPr sz="6000" u="sng"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24095" y="4743765"/>
            <a:ext cx="4333869" cy="1479235"/>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blip>
            <a:srcRect/>
            <a:stretch>
              <a:fillRect l="-32" r="-32"/>
            </a:stretch>
          </a:blipFill>
        </p:spPr>
        <p:txBody>
          <a:bodyPr/>
          <a:lstStyle/>
          <a:p>
            <a:r>
              <a:rPr lang="en-US"/>
              <a:t>Click icon to add picture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224097" y="0"/>
            <a:ext cx="2447917" cy="630936"/>
          </a:xfrm>
        </p:spPr>
        <p:txBody>
          <a:bodyPr/>
          <a:lstStyle>
            <a:lvl1pPr>
              <a:defRPr>
                <a:solidFill>
                  <a:schemeClr val="bg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72014" y="0"/>
            <a:ext cx="958467" cy="630936"/>
          </a:xfrm>
        </p:spPr>
        <p:txBody>
          <a:bodyPr/>
          <a:lstStyle>
            <a:lvl1pPr>
              <a:defRPr>
                <a:solidFill>
                  <a:schemeClr val="bg1"/>
                </a:solidFill>
                <a:effectLst/>
              </a:defRPr>
            </a:lvl1pPr>
          </a:lstStyle>
          <a:p>
            <a:fld id="{6C3E8657-ED4F-2349-80D5-3F1287888601}" type="datetime1">
              <a:rPr lang="en-US" smtClean="0"/>
              <a:pPr/>
              <a:t>6/21/2026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3" y="0"/>
            <a:ext cx="556592"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782538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1001715"/>
            <a:ext cx="4714880" cy="3360095"/>
          </a:xfrm>
        </p:spPr>
        <p:txBody>
          <a:bodyPr anchor="t">
            <a:noAutofit/>
          </a:bodyPr>
          <a:lstStyle>
            <a:lvl1pPr algn="l">
              <a:defRPr sz="6000" u="sng"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30" y="4728526"/>
            <a:ext cx="4714880" cy="1494474"/>
          </a:xfrm>
        </p:spPr>
        <p:txBody>
          <a:bodyPr anchor="b">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34030" y="3586"/>
            <a:ext cx="3154768" cy="630936"/>
          </a:xfrm>
        </p:spPr>
        <p:txBody>
          <a:bodyPr/>
          <a:lstStyle>
            <a:lvl1pPr>
              <a:defRPr>
                <a:solidFill>
                  <a:schemeClr val="bg1"/>
                </a:solidFill>
              </a:defRPr>
            </a:lvl1pPr>
          </a:lstStyle>
          <a:p>
            <a:r>
              <a:rPr lang="en-US" dirty="0"/>
              <a:t>SHAPING THE FUTURE OF OUR INDUSTRY</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845379" y="3586"/>
            <a:ext cx="898310" cy="630936"/>
          </a:xfrm>
        </p:spPr>
        <p:txBody>
          <a:bodyPr/>
          <a:lstStyle>
            <a:lvl1pPr>
              <a:defRPr>
                <a:solidFill>
                  <a:schemeClr val="bg1"/>
                </a:solidFill>
              </a:defRPr>
            </a:lvl1pPr>
          </a:lstStyle>
          <a:p>
            <a:fld id="{CDAA7185-3F7E-9249-BB9E-706C38E229BC}" type="datetime1">
              <a:rPr lang="en-US" smtClean="0"/>
              <a:pPr/>
              <a:t>6/21/2026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00270" y="3586"/>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905502" y="0"/>
            <a:ext cx="6286498"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12845769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011936"/>
            <a:ext cx="7538425" cy="3172503"/>
          </a:xfrm>
        </p:spPr>
        <p:txBody>
          <a:bodyPr anchor="t">
            <a:normAutofit/>
          </a:bodyPr>
          <a:lstStyle>
            <a:lvl1pPr algn="l">
              <a:lnSpc>
                <a:spcPct val="90000"/>
              </a:lnSpc>
              <a:defRPr sz="6000" u="sng" cap="all" baseline="0">
                <a:latin typeface="+mj-lt"/>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7" y="4728525"/>
            <a:ext cx="7538425" cy="1494475"/>
          </a:xfrm>
        </p:spPr>
        <p:txBody>
          <a:bodyPr anchor="b">
            <a:normAutofit/>
          </a:bodyPr>
          <a:lstStyle>
            <a:lvl1pPr marL="0" indent="0" algn="l">
              <a:lnSpc>
                <a:spcPct val="75000"/>
              </a:lnSpc>
              <a:spcBef>
                <a:spcPts val="0"/>
              </a:spcBef>
              <a:spcAft>
                <a:spcPts val="600"/>
              </a:spcAft>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nSpc>
                <a:spcPct val="90000"/>
              </a:lnSpc>
              <a:defRPr>
                <a:latin typeface="+mj-lt"/>
              </a:defRPr>
            </a:lvl1p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nSpc>
                <a:spcPct val="90000"/>
              </a:lnSpc>
              <a:defRPr>
                <a:latin typeface="+mj-lt"/>
              </a:defRPr>
            </a:lvl1pPr>
          </a:lstStyle>
          <a:p>
            <a:fld id="{99A48728-1D9C-2F4B-9F0A-BC2AEDF455B4}" type="datetime1">
              <a:rPr lang="en-US" smtClean="0"/>
              <a:pPr/>
              <a:t>6/21/2026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lnSpc>
                <a:spcPct val="90000"/>
              </a:lnSpc>
              <a:defRPr>
                <a:latin typeface="+mj-l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380794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9" y="1011936"/>
            <a:ext cx="8095016" cy="3335590"/>
          </a:xfrm>
        </p:spPr>
        <p:txBody>
          <a:bodyPr anchor="b">
            <a:normAutofit/>
          </a:bodyPr>
          <a:lstStyle>
            <a:lvl1pPr algn="l">
              <a:defRPr sz="600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9" y="4728526"/>
            <a:ext cx="8095015" cy="1117538"/>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7A5FDA9-B56F-3D40-BA5C-830FD973E5D1}" type="datetime1">
              <a:rPr lang="en-US" smtClean="0"/>
              <a:t>6/21/2026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789585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133602" y="1011936"/>
            <a:ext cx="7924802" cy="3350830"/>
          </a:xfrm>
        </p:spPr>
        <p:txBody>
          <a:bodyPr anchor="b">
            <a:normAutofit/>
          </a:bodyPr>
          <a:lstStyle>
            <a:lvl1pPr algn="ctr">
              <a:defRPr sz="600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33602" y="4728526"/>
            <a:ext cx="7924801" cy="1117538"/>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5B04B425-AD26-2748-9379-4D52F1178C82}" type="datetime1">
              <a:rPr lang="en-US" smtClean="0"/>
              <a:pPr/>
              <a:t>6/21/2026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9085628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2AC2E79-609C-0D1A-9B21-608288E7C67D}"/>
              </a:ext>
            </a:extLst>
          </p:cNvPr>
          <p:cNvSpPr>
            <a:spLocks noGrp="1"/>
          </p:cNvSpPr>
          <p:nvPr>
            <p:ph type="ctrTitle"/>
          </p:nvPr>
        </p:nvSpPr>
        <p:spPr>
          <a:xfrm>
            <a:off x="634029" y="634999"/>
            <a:ext cx="7152035" cy="5588001"/>
          </a:xfrm>
        </p:spPr>
        <p:txBody>
          <a:bodyPr anchor="b">
            <a:normAutofit/>
          </a:bodyPr>
          <a:lstStyle>
            <a:lvl1pPr algn="l">
              <a:defRPr sz="7500" cap="all" baseline="0">
                <a:solidFill>
                  <a:schemeClr val="bg1"/>
                </a:solidFill>
              </a:defRPr>
            </a:lvl1pPr>
          </a:lstStyle>
          <a:p>
            <a:r>
              <a:rPr lang="en-US"/>
              <a:t>Click to edit Master title style</a:t>
            </a:r>
            <a:endParaRPr lang="en-US" dirty="0"/>
          </a:p>
        </p:txBody>
      </p:sp>
      <p:sp>
        <p:nvSpPr>
          <p:cNvPr id="6" name="Subtitle 2">
            <a:extLst>
              <a:ext uri="{FF2B5EF4-FFF2-40B4-BE49-F238E27FC236}">
                <a16:creationId xmlns:a16="http://schemas.microsoft.com/office/drawing/2014/main" id="{903C4BE1-6BC7-07DF-D465-C3B7FD2F9950}"/>
              </a:ext>
            </a:extLst>
          </p:cNvPr>
          <p:cNvSpPr>
            <a:spLocks noGrp="1"/>
          </p:cNvSpPr>
          <p:nvPr>
            <p:ph type="subTitle" idx="1"/>
          </p:nvPr>
        </p:nvSpPr>
        <p:spPr>
          <a:xfrm>
            <a:off x="8172448" y="634999"/>
            <a:ext cx="3385516" cy="1494477"/>
          </a:xfrm>
        </p:spPr>
        <p:txBody>
          <a:bodyPr anchor="t">
            <a:normAutofit/>
          </a:bodyPr>
          <a:lstStyle>
            <a:lvl1pPr marL="0" indent="0" algn="r">
              <a:buNone/>
              <a:defRPr sz="2000" b="1" i="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720502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2AC2E79-609C-0D1A-9B21-608288E7C67D}"/>
              </a:ext>
            </a:extLst>
          </p:cNvPr>
          <p:cNvSpPr>
            <a:spLocks noGrp="1"/>
          </p:cNvSpPr>
          <p:nvPr>
            <p:ph type="ctrTitle"/>
          </p:nvPr>
        </p:nvSpPr>
        <p:spPr>
          <a:xfrm>
            <a:off x="634029" y="634999"/>
            <a:ext cx="7152035" cy="5588001"/>
          </a:xfrm>
        </p:spPr>
        <p:txBody>
          <a:bodyPr anchor="b">
            <a:normAutofit/>
          </a:bodyPr>
          <a:lstStyle>
            <a:lvl1pPr algn="l">
              <a:defRPr sz="7500" cap="all" baseline="0">
                <a:solidFill>
                  <a:schemeClr val="accent1"/>
                </a:solidFill>
              </a:defRPr>
            </a:lvl1pPr>
          </a:lstStyle>
          <a:p>
            <a:r>
              <a:rPr lang="en-US"/>
              <a:t>Click to edit Master title style</a:t>
            </a:r>
            <a:endParaRPr lang="en-US" dirty="0"/>
          </a:p>
        </p:txBody>
      </p:sp>
      <p:sp>
        <p:nvSpPr>
          <p:cNvPr id="6" name="Subtitle 2">
            <a:extLst>
              <a:ext uri="{FF2B5EF4-FFF2-40B4-BE49-F238E27FC236}">
                <a16:creationId xmlns:a16="http://schemas.microsoft.com/office/drawing/2014/main" id="{903C4BE1-6BC7-07DF-D465-C3B7FD2F9950}"/>
              </a:ext>
            </a:extLst>
          </p:cNvPr>
          <p:cNvSpPr>
            <a:spLocks noGrp="1"/>
          </p:cNvSpPr>
          <p:nvPr>
            <p:ph type="subTitle" idx="1"/>
          </p:nvPr>
        </p:nvSpPr>
        <p:spPr>
          <a:xfrm>
            <a:off x="8172448" y="634999"/>
            <a:ext cx="3385516" cy="1494477"/>
          </a:xfrm>
        </p:spPr>
        <p:txBody>
          <a:bodyPr anchor="t">
            <a:normAutofit/>
          </a:bodyPr>
          <a:lstStyle>
            <a:lvl1pPr marL="0" indent="0" algn="r">
              <a:buNone/>
              <a:defRPr sz="2000" b="1" i="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31677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748474"/>
            <a:ext cx="7538425" cy="4474526"/>
          </a:xfrm>
        </p:spPr>
        <p:txBody>
          <a:bodyPr anchor="b">
            <a:normAutofit/>
          </a:bodyPr>
          <a:lstStyle>
            <a:lvl1pPr algn="l">
              <a:defRPr sz="6000" cap="all" baseline="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6505051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748474"/>
            <a:ext cx="7538425" cy="4474526"/>
          </a:xfrm>
        </p:spPr>
        <p:txBody>
          <a:bodyPr anchor="b">
            <a:normAutofit/>
          </a:bodyPr>
          <a:lstStyle>
            <a:lvl1pPr algn="l">
              <a:defRPr sz="6000" cap="all" baseline="0">
                <a:solidFill>
                  <a:schemeClr val="accent1"/>
                </a:solidFill>
              </a:defRPr>
            </a:lvl1pPr>
          </a:lstStyle>
          <a:p>
            <a:r>
              <a:rPr lang="en-US"/>
              <a:t>Click to edit Master title style</a:t>
            </a:r>
            <a:endParaRPr lang="en-US" dirty="0"/>
          </a:p>
        </p:txBody>
      </p:sp>
    </p:spTree>
    <p:extLst>
      <p:ext uri="{BB962C8B-B14F-4D97-AF65-F5344CB8AC3E}">
        <p14:creationId xmlns:p14="http://schemas.microsoft.com/office/powerpoint/2010/main" val="4327587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Welcom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001714"/>
            <a:ext cx="5652464" cy="2613336"/>
          </a:xfrm>
        </p:spPr>
        <p:txBody>
          <a:bodyPr anchor="b">
            <a:noAutofit/>
          </a:bodyPr>
          <a:lstStyle>
            <a:lvl1pPr>
              <a:defRPr sz="6000" u="sng"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634029" y="0"/>
            <a:ext cx="4328498"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672014" y="0"/>
            <a:ext cx="942975" cy="630936"/>
          </a:xfrm>
        </p:spPr>
        <p:txBody>
          <a:bodyPr/>
          <a:lstStyle>
            <a:lvl1pPr>
              <a:defRPr>
                <a:solidFill>
                  <a:schemeClr val="tx1"/>
                </a:solidFill>
              </a:defRPr>
            </a:lvl1pPr>
          </a:lstStyle>
          <a:p>
            <a:fld id="{05F2758A-C3D6-E84B-B3E9-757EFEF52D55}" type="datetime1">
              <a:rPr lang="en-US" smtClean="0"/>
              <a:pPr/>
              <a:t>6/21/2026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3" y="0"/>
            <a:ext cx="556592"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4029" y="3996050"/>
            <a:ext cx="5652464" cy="2226950"/>
          </a:xfrm>
        </p:spPr>
        <p:txBody>
          <a:bodyPr>
            <a:normAutofit/>
          </a:bodyPr>
          <a:lstStyle>
            <a:lvl1pPr>
              <a:lnSpc>
                <a:spcPct val="120000"/>
              </a:lnSpc>
              <a:spcAft>
                <a:spcPts val="0"/>
              </a:spcAft>
              <a:defRPr sz="1600">
                <a:solidFill>
                  <a:schemeClr val="tx1"/>
                </a:solidFill>
              </a:defRPr>
            </a:lvl1pPr>
            <a:lvl2pPr>
              <a:lnSpc>
                <a:spcPct val="120000"/>
              </a:lnSpc>
              <a:spcAft>
                <a:spcPts val="0"/>
              </a:spcAft>
              <a:defRPr sz="1600">
                <a:solidFill>
                  <a:schemeClr val="tx1"/>
                </a:solidFill>
              </a:defRPr>
            </a:lvl2pPr>
            <a:lvl3pPr>
              <a:lnSpc>
                <a:spcPct val="120000"/>
              </a:lnSpc>
              <a:spcAft>
                <a:spcPts val="0"/>
              </a:spcAft>
              <a:defRPr sz="1600">
                <a:solidFill>
                  <a:schemeClr val="tx1"/>
                </a:solidFill>
              </a:defRPr>
            </a:lvl3pPr>
            <a:lvl4pPr>
              <a:lnSpc>
                <a:spcPct val="120000"/>
              </a:lnSpc>
              <a:spcAft>
                <a:spcPts val="0"/>
              </a:spcAft>
              <a:defRPr sz="1600">
                <a:solidFill>
                  <a:schemeClr val="tx1"/>
                </a:solidFill>
              </a:defRPr>
            </a:lvl4pPr>
            <a:lvl5pPr>
              <a:lnSpc>
                <a:spcPct val="120000"/>
              </a:lnSpc>
              <a:spcAft>
                <a:spcPts val="0"/>
              </a:spcAft>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Picture Placeholder 7">
            <a:extLst>
              <a:ext uri="{FF2B5EF4-FFF2-40B4-BE49-F238E27FC236}">
                <a16:creationId xmlns:a16="http://schemas.microsoft.com/office/drawing/2014/main" id="{DEE8CE2C-7AFC-E265-19EB-F76884D5992B}"/>
              </a:ext>
            </a:extLst>
          </p:cNvPr>
          <p:cNvSpPr>
            <a:spLocks noGrp="1"/>
          </p:cNvSpPr>
          <p:nvPr>
            <p:ph type="pic" sz="quarter" idx="14"/>
          </p:nvPr>
        </p:nvSpPr>
        <p:spPr>
          <a:xfrm>
            <a:off x="6843095" y="630936"/>
            <a:ext cx="4714870" cy="5592064"/>
          </a:xfrm>
          <a:blipFill dpi="0" rotWithShape="1">
            <a:blip r:embed="rId2">
              <a:alphaModFix amt="60000"/>
            </a:blip>
            <a:srcRect/>
            <a:stretch>
              <a:fillRect l="-40" r="-40"/>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2177910705"/>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001715"/>
            <a:ext cx="4663440" cy="2241233"/>
          </a:xfrm>
        </p:spPr>
        <p:txBody>
          <a:bodyPr anchor="t">
            <a:noAutofit/>
          </a:bodyPr>
          <a:lstStyle>
            <a:lvl1pPr>
              <a:defRPr sz="6000" cap="all" baseline="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6000"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843095" y="0"/>
            <a:ext cx="2828918" cy="630936"/>
          </a:xfrm>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707112" y="0"/>
            <a:ext cx="914400" cy="630936"/>
          </a:xfrm>
        </p:spPr>
        <p:txBody>
          <a:bodyPr/>
          <a:lstStyle>
            <a:lvl1pPr>
              <a:defRPr>
                <a:solidFill>
                  <a:schemeClr val="tx1"/>
                </a:solidFill>
              </a:defRPr>
            </a:lvl1pPr>
          </a:lstStyle>
          <a:p>
            <a:fld id="{1EEECD8D-53A7-3A4F-8909-5ECB0FEF37FB}" type="datetime1">
              <a:rPr lang="en-US" smtClean="0"/>
              <a:pPr/>
              <a:t>6/21/2026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09324"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3623950"/>
            <a:ext cx="4663440" cy="2539106"/>
          </a:xfrm>
        </p:spPr>
        <p:txBody>
          <a:bodyPr>
            <a:normAutofit/>
          </a:bodyPr>
          <a:lstStyle>
            <a:lvl1pPr marL="457200" indent="-457200">
              <a:buFont typeface="+mj-lt"/>
              <a:buAutoNum type="arabicPeriod"/>
              <a:defRPr sz="2000">
                <a:solidFill>
                  <a:schemeClr val="tx1"/>
                </a:solidFill>
              </a:defRPr>
            </a:lvl1pPr>
            <a:lvl2pPr marL="571500" indent="-342900">
              <a:buFont typeface="+mj-lt"/>
              <a:buAutoNum type="arabicPeriod"/>
              <a:defRPr sz="1800">
                <a:solidFill>
                  <a:schemeClr val="tx1"/>
                </a:solidFill>
              </a:defRPr>
            </a:lvl2pPr>
            <a:lvl3pPr marL="800100" indent="-342900">
              <a:buFont typeface="+mj-lt"/>
              <a:buAutoNum type="arabicPeriod"/>
              <a:defRPr sz="1600">
                <a:solidFill>
                  <a:schemeClr val="tx1"/>
                </a:solidFill>
              </a:defRPr>
            </a:lvl3pPr>
            <a:lvl4pPr marL="1028700" indent="-342900">
              <a:buFont typeface="+mj-lt"/>
              <a:buAutoNum type="arabicPeriod"/>
              <a:defRPr sz="1400">
                <a:solidFill>
                  <a:schemeClr val="tx1"/>
                </a:solidFill>
              </a:defRPr>
            </a:lvl4pPr>
            <a:lvl5pPr>
              <a:buFont typeface="+mj-lt"/>
              <a:buAutoNum type="arabicPeriod"/>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77243813"/>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2129475"/>
            <a:ext cx="4719430" cy="2599051"/>
          </a:xfrm>
        </p:spPr>
        <p:txBody>
          <a:bodyPr>
            <a:no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307E3B5C-D099-9543-A57D-129299D311F4}" type="datetime1">
              <a:rPr lang="en-US" smtClean="0"/>
              <a:pPr/>
              <a:t>6/21/2026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843095" y="2129475"/>
            <a:ext cx="4158283" cy="2599051"/>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9489392"/>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748474"/>
            <a:ext cx="4328498" cy="3726812"/>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FDDB5BF-28B0-5C4D-A64A-E611B8C77204}" type="datetime1">
              <a:rPr lang="en-US" smtClean="0"/>
              <a:pPr/>
              <a:t>6/21/2026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348911" y="1748473"/>
            <a:ext cx="6209053" cy="372681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5917226"/>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381759"/>
            <a:ext cx="4347849" cy="4841241"/>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482B860-5E2A-1340-A6D3-E276E55F2222}" type="datetime1">
              <a:rPr lang="en-US" smtClean="0"/>
              <a:pPr/>
              <a:t>6/21/2026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11" y="1381759"/>
            <a:ext cx="6209054" cy="484124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11288327"/>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001715"/>
            <a:ext cx="4347850" cy="4855526"/>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8676C7A-4B29-7743-AB3A-5EEF28262A7C}" type="datetime1">
              <a:rPr lang="en-US" smtClean="0"/>
              <a:pPr/>
              <a:t>6/21/2026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348911" y="1001715"/>
            <a:ext cx="6209053" cy="485552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61574937"/>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2" y="1001715"/>
            <a:ext cx="3385529" cy="5221285"/>
          </a:xfrm>
        </p:spPr>
        <p:txBody>
          <a:bodyPr>
            <a:norm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7826AE1-158D-A74A-A5C8-25E57C484C69}" type="datetime1">
              <a:rPr lang="en-US" smtClean="0"/>
              <a:pPr/>
              <a:t>6/21/2026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05935" y="1001715"/>
            <a:ext cx="7152029" cy="522128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6173699"/>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7">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001714"/>
            <a:ext cx="10923935" cy="1127760"/>
          </a:xfrm>
        </p:spPr>
        <p:txBody>
          <a:bodyPr>
            <a:noAutofit/>
          </a:bodyPr>
          <a:lstStyle>
            <a:lvl1pPr>
              <a:defRPr sz="6000" u="sng"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634029" y="0"/>
            <a:ext cx="4328498"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672014" y="0"/>
            <a:ext cx="942975" cy="630936"/>
          </a:xfrm>
        </p:spPr>
        <p:txBody>
          <a:bodyPr/>
          <a:lstStyle>
            <a:lvl1pPr>
              <a:defRPr>
                <a:solidFill>
                  <a:schemeClr val="tx1"/>
                </a:solidFill>
              </a:defRPr>
            </a:lvl1pPr>
          </a:lstStyle>
          <a:p>
            <a:fld id="{FA1EC562-4E50-D34B-8F39-5DD0D018EB66}" type="datetime1">
              <a:rPr lang="en-US" smtClean="0"/>
              <a:pPr/>
              <a:t>6/21/2026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3" y="0"/>
            <a:ext cx="556592"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4029" y="2495234"/>
            <a:ext cx="10923935" cy="372776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3785884"/>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34029" y="1011936"/>
            <a:ext cx="8481400" cy="1484254"/>
          </a:xfrm>
        </p:spPr>
        <p:txBody>
          <a:bodyPr anchor="t">
            <a:noAutofit/>
          </a:bodyPr>
          <a:lstStyle>
            <a:lvl1pPr>
              <a:defRPr sz="6000" cap="all"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3EDD5DD5-92AA-6440-87DE-277C532BE8AC}" type="datetime1">
              <a:rPr lang="en-US" smtClean="0"/>
              <a:pPr/>
              <a:t>6/21/2026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4029" y="2877190"/>
            <a:ext cx="8481400" cy="3345810"/>
          </a:xfrm>
        </p:spPr>
        <p:txBody>
          <a:bodyPr>
            <a:normAutofit/>
          </a:bodyPr>
          <a:lstStyle>
            <a:lvl1pPr marL="457200" indent="-457200">
              <a:buFont typeface="+mj-lt"/>
              <a:buAutoNum type="arabicPeriod"/>
              <a:defRPr sz="2400">
                <a:solidFill>
                  <a:schemeClr val="tx1"/>
                </a:solidFill>
              </a:defRPr>
            </a:lvl1pPr>
            <a:lvl2pPr marL="685800" indent="-457200">
              <a:buFont typeface="+mj-lt"/>
              <a:buAutoNum type="arabicPeriod"/>
              <a:defRPr sz="2000">
                <a:solidFill>
                  <a:schemeClr val="tx1"/>
                </a:solidFill>
              </a:defRPr>
            </a:lvl2pPr>
            <a:lvl3pPr marL="800100" indent="-342900">
              <a:buFont typeface="+mj-lt"/>
              <a:buAutoNum type="arabicPeriod"/>
              <a:defRPr sz="1800">
                <a:solidFill>
                  <a:schemeClr val="tx1"/>
                </a:solidFill>
              </a:defRPr>
            </a:lvl3pPr>
            <a:lvl4pPr marL="1028700" indent="-342900">
              <a:buFont typeface="+mj-lt"/>
              <a:buAutoNum type="arabicPeriod"/>
              <a:defRPr sz="1600">
                <a:solidFill>
                  <a:schemeClr val="tx1"/>
                </a:solidFill>
              </a:defRPr>
            </a:lvl4pPr>
            <a:lvl5pPr marL="1257300" indent="-342900">
              <a:buFont typeface="+mj-lt"/>
              <a:buAutoNum type="arabicPeriod"/>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0827042"/>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48911" y="1001714"/>
            <a:ext cx="6209053" cy="1122374"/>
          </a:xfrm>
        </p:spPr>
        <p:txBody>
          <a:bodyPr anchor="t"/>
          <a:lstStyle>
            <a:lvl1pPr>
              <a:defRPr cap="all" baseline="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6843096" y="0"/>
            <a:ext cx="2828918"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700589" y="0"/>
            <a:ext cx="914400" cy="630936"/>
          </a:xfrm>
        </p:spPr>
        <p:txBody>
          <a:bodyPr/>
          <a:lstStyle>
            <a:lvl1pPr>
              <a:defRPr>
                <a:solidFill>
                  <a:schemeClr val="tx1"/>
                </a:solidFill>
              </a:defRPr>
            </a:lvl1pPr>
          </a:lstStyle>
          <a:p>
            <a:fld id="{33C78A78-9BD4-2540-9BAB-27AD9352B454}" type="datetime1">
              <a:rPr lang="en-US" smtClean="0"/>
              <a:pPr/>
              <a:t>6/21/2026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9324"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904907"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48911" y="2496189"/>
            <a:ext cx="6209053" cy="372681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15385792"/>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4"/>
            <a:ext cx="6209066" cy="1121419"/>
          </a:xfrm>
        </p:spPr>
        <p:txBody>
          <a:bodyPr anchor="t"/>
          <a:lstStyle>
            <a:lvl1pPr>
              <a:defRPr cap="all" baseline="0">
                <a:solidFill>
                  <a:schemeClr val="bg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34028" y="0"/>
            <a:ext cx="3181348" cy="630936"/>
          </a:xfrm>
        </p:spPr>
        <p:txBody>
          <a:bodyPr/>
          <a:lstStyle>
            <a:lvl1pPr>
              <a:defRPr>
                <a:solidFill>
                  <a:schemeClr val="bg1"/>
                </a:solidFill>
              </a:defRPr>
            </a:lvl1pPr>
          </a:lstStyle>
          <a:p>
            <a:r>
              <a:rPr lang="en-US" dirty="0"/>
              <a:t>SHAPING THE FUTURE OF OUR INDUSTRY</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859766" y="0"/>
            <a:ext cx="896113" cy="630936"/>
          </a:xfrm>
        </p:spPr>
        <p:txBody>
          <a:bodyPr/>
          <a:lstStyle>
            <a:lvl1pPr>
              <a:defRPr>
                <a:solidFill>
                  <a:schemeClr val="bg1"/>
                </a:solidFill>
              </a:defRPr>
            </a:lvl1pPr>
          </a:lstStyle>
          <a:p>
            <a:fld id="{6B5BCBD1-B884-5B4C-ACE8-81AA2A39E888}" type="datetime1">
              <a:rPr lang="en-US" smtClean="0"/>
              <a:pPr/>
              <a:t>6/21/2026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4800270" y="0"/>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8" y="2495234"/>
            <a:ext cx="6209066" cy="372776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262823" y="0"/>
            <a:ext cx="4929177"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487717625"/>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05936" y="1001714"/>
            <a:ext cx="7152028" cy="1122374"/>
          </a:xfrm>
        </p:spPr>
        <p:txBody>
          <a:bodyPr anchor="t"/>
          <a:lstStyle>
            <a:lvl1pPr>
              <a:defRPr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19547" cy="6858000"/>
          </a:xfrm>
          <a:blipFill dpi="0" rotWithShape="1">
            <a:blip r:embed="rId2">
              <a:alphaModFix amt="60000"/>
            </a:blip>
            <a:srcRect/>
            <a:stretch>
              <a:fillRect/>
            </a:stretch>
          </a:blipFill>
        </p:spPr>
        <p:txBody>
          <a:bodyPr/>
          <a:lstStyle/>
          <a:p>
            <a:r>
              <a:rPr lang="en-US"/>
              <a:t>Click icon to add picture</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6871664" y="0"/>
            <a:ext cx="2800349" cy="630936"/>
          </a:xfrm>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9700589" y="0"/>
            <a:ext cx="914400" cy="630936"/>
          </a:xfrm>
        </p:spPr>
        <p:txBody>
          <a:bodyPr/>
          <a:lstStyle>
            <a:lvl1pPr>
              <a:defRPr>
                <a:solidFill>
                  <a:schemeClr val="bg1"/>
                </a:solidFill>
              </a:defRPr>
            </a:lvl1pPr>
          </a:lstStyle>
          <a:p>
            <a:fld id="{B561CBF7-6530-194B-9FC2-12E7E7738880}" type="datetime1">
              <a:rPr lang="en-US" smtClean="0"/>
              <a:pPr/>
              <a:t>6/21/2026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9324" y="0"/>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05936" y="2496189"/>
            <a:ext cx="7152028" cy="372681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99263639"/>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4"/>
            <a:ext cx="6587506" cy="1112519"/>
          </a:xfrm>
        </p:spPr>
        <p:txBody>
          <a:bodyPr anchor="t"/>
          <a:lstStyle>
            <a:lvl1pPr>
              <a:defRPr cap="all" baseline="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8" y="2495234"/>
            <a:ext cx="6595451" cy="372776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34028" y="0"/>
            <a:ext cx="3177059" cy="630936"/>
          </a:xfrm>
        </p:spPr>
        <p:txBody>
          <a:bodyPr/>
          <a:lstStyle>
            <a:lvl1pPr>
              <a:defRPr>
                <a:solidFill>
                  <a:schemeClr val="bg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848478" y="0"/>
            <a:ext cx="914400" cy="630936"/>
          </a:xfrm>
        </p:spPr>
        <p:txBody>
          <a:bodyPr/>
          <a:lstStyle>
            <a:lvl1pPr>
              <a:defRPr>
                <a:solidFill>
                  <a:schemeClr val="bg1"/>
                </a:solidFill>
              </a:defRPr>
            </a:lvl1pPr>
          </a:lstStyle>
          <a:p>
            <a:fld id="{3FA5E271-D672-F147-B371-ABF5E56F00EC}" type="datetime1">
              <a:rPr lang="en-US" smtClean="0"/>
              <a:pPr/>
              <a:t>6/21/2026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800269" y="0"/>
            <a:ext cx="548641" cy="630936"/>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172454" y="0"/>
            <a:ext cx="4019545" cy="6858000"/>
          </a:xfrm>
          <a:blipFill dpi="0" rotWithShape="1">
            <a:blip r:embed="rId2">
              <a:alphaModFix amt="60000"/>
            </a:blip>
            <a:srcRect/>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1138457317"/>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43095" y="1019803"/>
            <a:ext cx="4714869" cy="1109672"/>
          </a:xfrm>
        </p:spPr>
        <p:txBody>
          <a:bodyPr anchor="t"/>
          <a:lstStyle>
            <a:lvl1pPr>
              <a:defRPr sz="3200"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286498" cy="6858000"/>
          </a:xfrm>
          <a:blipFill dpi="0" rotWithShape="1">
            <a:blip r:embed="rId2">
              <a:alphaModFix amt="60000"/>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843095" y="0"/>
            <a:ext cx="2828918"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0581" y="0"/>
            <a:ext cx="914407" cy="630936"/>
          </a:xfrm>
        </p:spPr>
        <p:txBody>
          <a:bodyPr/>
          <a:lstStyle>
            <a:lvl1pPr>
              <a:defRPr>
                <a:solidFill>
                  <a:schemeClr val="bg1"/>
                </a:solidFill>
                <a:effectLst/>
              </a:defRPr>
            </a:lvl1pPr>
          </a:lstStyle>
          <a:p>
            <a:fld id="{CC79DE5A-E0D1-2647-9D82-FBDAE5DFB807}" type="datetime1">
              <a:rPr lang="en-US" smtClean="0"/>
              <a:pPr/>
              <a:t>6/21/2026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43095" y="2514279"/>
            <a:ext cx="4714869" cy="370872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300439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5"/>
            <a:ext cx="4714881" cy="1108746"/>
          </a:xfrm>
        </p:spPr>
        <p:txBody>
          <a:bodyPr anchor="t"/>
          <a:lstStyle>
            <a:lvl1pPr>
              <a:defRPr sz="3200" cap="all" baseline="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29" y="2515204"/>
            <a:ext cx="4714881" cy="370779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8" y="0"/>
            <a:ext cx="2805405" cy="630936"/>
          </a:xfrm>
        </p:spPr>
        <p:txBody>
          <a:bodyPr/>
          <a:lstStyle>
            <a:lvl1pPr>
              <a:defRPr>
                <a:solidFill>
                  <a:schemeClr val="tx1"/>
                </a:solidFill>
                <a:effectLst/>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830190" y="0"/>
            <a:ext cx="914400" cy="630936"/>
          </a:xfrm>
        </p:spPr>
        <p:txBody>
          <a:bodyPr/>
          <a:lstStyle>
            <a:lvl1pPr>
              <a:defRPr>
                <a:solidFill>
                  <a:schemeClr val="tx1"/>
                </a:solidFill>
              </a:defRPr>
            </a:lvl1pPr>
          </a:lstStyle>
          <a:p>
            <a:fld id="{7E69D102-A2FD-8743-85DB-14F8D0C32AC3}" type="datetime1">
              <a:rPr lang="en-US" smtClean="0"/>
              <a:pPr/>
              <a:t>6/21/2026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00270" y="0"/>
            <a:ext cx="548640" cy="630936"/>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05502" y="0"/>
            <a:ext cx="6286498"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343333337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43095" y="1011935"/>
            <a:ext cx="4714869" cy="1112153"/>
          </a:xfrm>
        </p:spPr>
        <p:txBody>
          <a:bodyPr anchor="b"/>
          <a:lstStyle>
            <a:lvl1pPr>
              <a:defRPr sz="60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53237" y="0"/>
            <a:ext cx="2836870" cy="630936"/>
          </a:xfrm>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87910" y="0"/>
            <a:ext cx="927080" cy="630936"/>
          </a:xfrm>
        </p:spPr>
        <p:txBody>
          <a:bodyPr/>
          <a:lstStyle>
            <a:lvl1pPr>
              <a:defRPr>
                <a:solidFill>
                  <a:schemeClr val="tx1"/>
                </a:solidFill>
                <a:effectLst/>
              </a:defRPr>
            </a:lvl1pPr>
          </a:lstStyle>
          <a:p>
            <a:fld id="{FA9F1854-4AF0-ED49-AE83-182A816927B5}" type="datetime1">
              <a:rPr lang="en-US" smtClean="0"/>
              <a:pPr/>
              <a:t>6/21/2026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9" y="630936"/>
            <a:ext cx="5652469" cy="5592063"/>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61021" y="2496190"/>
            <a:ext cx="4696943" cy="372680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639047"/>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1001714"/>
            <a:ext cx="4714880" cy="1121417"/>
          </a:xfrm>
        </p:spPr>
        <p:txBody>
          <a:bodyPr anchor="t"/>
          <a:lstStyle>
            <a:lvl1pPr>
              <a:defRPr sz="32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8" y="0"/>
            <a:ext cx="2805405" cy="630936"/>
          </a:xfrm>
        </p:spPr>
        <p:txBody>
          <a:bodyPr/>
          <a:lstStyle>
            <a:lvl1pPr>
              <a:defRPr>
                <a:solidFill>
                  <a:schemeClr val="tx1"/>
                </a:solidFill>
                <a:effectLst/>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848478" y="0"/>
            <a:ext cx="914400" cy="630936"/>
          </a:xfrm>
        </p:spPr>
        <p:txBody>
          <a:bodyPr/>
          <a:lstStyle>
            <a:lvl1pPr>
              <a:defRPr>
                <a:solidFill>
                  <a:schemeClr val="tx1"/>
                </a:solidFill>
              </a:defRPr>
            </a:lvl1pPr>
          </a:lstStyle>
          <a:p>
            <a:fld id="{6E8F57D1-DD5E-4E44-98C5-7D5639D55A57}" type="datetime1">
              <a:rPr lang="en-US" smtClean="0"/>
              <a:pPr/>
              <a:t>6/21/2026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00269" y="0"/>
            <a:ext cx="548640" cy="630936"/>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2495233"/>
            <a:ext cx="4736136" cy="372776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05502" y="0"/>
            <a:ext cx="6286497"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2338564950"/>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4" y="992921"/>
            <a:ext cx="3385510" cy="1117539"/>
          </a:xfrm>
        </p:spPr>
        <p:txBody>
          <a:bodyPr anchor="t">
            <a:noAutofit/>
          </a:bodyPr>
          <a:lstStyle>
            <a:lvl1pPr>
              <a:defRPr sz="3200" cap="all" baseline="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172454" y="0"/>
            <a:ext cx="1735843" cy="630936"/>
          </a:xfrm>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9911643" y="0"/>
            <a:ext cx="700007" cy="630936"/>
          </a:xfrm>
        </p:spPr>
        <p:txBody>
          <a:bodyPr/>
          <a:lstStyle>
            <a:lvl1pPr>
              <a:defRPr>
                <a:solidFill>
                  <a:schemeClr val="tx1"/>
                </a:solidFill>
              </a:defRPr>
            </a:lvl1pPr>
          </a:lstStyle>
          <a:p>
            <a:fld id="{BDB83C81-A524-F840-ABC9-B6BB50E4A13C}" type="datetime1">
              <a:rPr lang="en-US" smtClean="0"/>
              <a:pPr/>
              <a:t>6/21/2026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09323"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72454" y="2515204"/>
            <a:ext cx="3385510" cy="370779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07650266"/>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1001715"/>
            <a:ext cx="3380187" cy="1108746"/>
          </a:xfrm>
        </p:spPr>
        <p:txBody>
          <a:bodyPr anchor="b">
            <a:noAutofit/>
          </a:bodyPr>
          <a:lstStyle>
            <a:lvl1pPr>
              <a:defRPr sz="32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8" y="0"/>
            <a:ext cx="2083775" cy="630936"/>
          </a:xfrm>
        </p:spPr>
        <p:txBody>
          <a:bodyPr/>
          <a:lstStyle>
            <a:lvl1pPr>
              <a:defRPr>
                <a:solidFill>
                  <a:schemeClr val="tx1"/>
                </a:solidFill>
                <a:effectLst/>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723140" y="0"/>
            <a:ext cx="716293" cy="630936"/>
          </a:xfrm>
        </p:spPr>
        <p:txBody>
          <a:bodyPr/>
          <a:lstStyle>
            <a:lvl1pPr>
              <a:defRPr>
                <a:solidFill>
                  <a:schemeClr val="tx1"/>
                </a:solidFill>
              </a:defRPr>
            </a:lvl1pPr>
          </a:lstStyle>
          <a:p>
            <a:fld id="{1BA8DA53-5E6D-4942-B673-3E50E3C9DB93}" type="datetime1">
              <a:rPr lang="en-US" smtClean="0"/>
              <a:pPr/>
              <a:t>6/21/2026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465575" y="0"/>
            <a:ext cx="548640" cy="630936"/>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29" y="2491461"/>
            <a:ext cx="3380313" cy="37315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Tree>
    <p:extLst>
      <p:ext uri="{BB962C8B-B14F-4D97-AF65-F5344CB8AC3E}">
        <p14:creationId xmlns:p14="http://schemas.microsoft.com/office/powerpoint/2010/main" val="2109990363"/>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4" y="994222"/>
            <a:ext cx="3385510" cy="1882967"/>
          </a:xfrm>
        </p:spPr>
        <p:txBody>
          <a:bodyPr anchor="b"/>
          <a:lstStyle>
            <a:lvl1pPr>
              <a:defRPr sz="3200" cap="all" baseline="0">
                <a:solidFill>
                  <a:schemeClr val="tx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172455" y="0"/>
            <a:ext cx="1735844" cy="630936"/>
          </a:xfrm>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916244" y="0"/>
            <a:ext cx="695406" cy="630936"/>
          </a:xfrm>
        </p:spPr>
        <p:txBody>
          <a:bodyPr/>
          <a:lstStyle>
            <a:lvl1pPr>
              <a:defRPr>
                <a:solidFill>
                  <a:schemeClr val="tx1"/>
                </a:solidFill>
                <a:effectLst/>
              </a:defRPr>
            </a:lvl1pPr>
          </a:lstStyle>
          <a:p>
            <a:fld id="{0BA35C60-A52E-0F44-95C1-79561B62B391}" type="datetime1">
              <a:rPr lang="en-US" smtClean="0"/>
              <a:pPr/>
              <a:t>6/21/2026</a:t>
            </a:fld>
            <a:endParaRPr lang="en-US" dirty="0"/>
          </a:p>
        </p:txBody>
      </p:sp>
      <p:sp>
        <p:nvSpPr>
          <p:cNvPr id="34" name="Slide Number Placeholder 9">
            <a:extLst>
              <a:ext uri="{FF2B5EF4-FFF2-40B4-BE49-F238E27FC236}">
                <a16:creationId xmlns:a16="http://schemas.microsoft.com/office/drawing/2014/main" id="{64F22B5B-7B07-4638-1ED2-E13EDE05C19E}"/>
              </a:ext>
            </a:extLst>
          </p:cNvPr>
          <p:cNvSpPr>
            <a:spLocks noGrp="1"/>
          </p:cNvSpPr>
          <p:nvPr>
            <p:ph type="sldNum" sz="quarter" idx="17"/>
          </p:nvPr>
        </p:nvSpPr>
        <p:spPr>
          <a:xfrm>
            <a:off x="11009324" y="0"/>
            <a:ext cx="548640" cy="630936"/>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54" y="3251766"/>
            <a:ext cx="3385510" cy="2971234"/>
          </a:xfrm>
        </p:spPr>
        <p:txBody>
          <a:bodyPr>
            <a:normAutofit/>
          </a:bodyPr>
          <a:lstStyle>
            <a:lvl1pPr marL="0" indent="0">
              <a:buNone/>
              <a:defRPr sz="1600">
                <a:solidFill>
                  <a:schemeClr val="tx1"/>
                </a:solidFill>
              </a:defRPr>
            </a:lvl1pPr>
            <a:lvl2pPr marL="228600" indent="0">
              <a:buNone/>
              <a:defRPr sz="1400">
                <a:solidFill>
                  <a:schemeClr val="tx1"/>
                </a:solidFill>
              </a:defRPr>
            </a:lvl2pPr>
            <a:lvl3pPr marL="457200" indent="0">
              <a:buNone/>
              <a:defRPr sz="1200">
                <a:solidFill>
                  <a:schemeClr val="tx1"/>
                </a:solidFill>
              </a:defRPr>
            </a:lvl3pPr>
            <a:lvl4pPr marL="685800" indent="0">
              <a:buNone/>
              <a:defRPr sz="1100">
                <a:solidFill>
                  <a:schemeClr val="tx1"/>
                </a:solidFill>
              </a:defRPr>
            </a:lvl4pPr>
            <a:lvl5pPr marL="914400" indent="0">
              <a:buNone/>
              <a:defRPr sz="10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0674057"/>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5100628"/>
            <a:ext cx="4328498" cy="1122373"/>
          </a:xfrm>
        </p:spPr>
        <p:txBody>
          <a:bodyPr anchor="t">
            <a:noAutofit/>
          </a:bodyPr>
          <a:lstStyle>
            <a:lvl1pPr>
              <a:defRPr sz="3200"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728526"/>
          </a:xfrm>
          <a:blipFill dpi="0" rotWithShape="1">
            <a:blip r:embed="rId2">
              <a:alphaModFix amt="60000"/>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100627"/>
            <a:ext cx="6208724" cy="1122373"/>
          </a:xfrm>
        </p:spPr>
        <p:txBody>
          <a:bodyPr>
            <a:noAutofit/>
          </a:bodyPr>
          <a:lstStyle>
            <a:lvl1pPr marL="0" indent="0">
              <a:buFont typeface="Arial" panose="020B0604020202020204" pitchFamily="34" charset="0"/>
              <a:buNone/>
              <a:defRPr sz="1600">
                <a:solidFill>
                  <a:schemeClr val="bg1"/>
                </a:solidFill>
              </a:defRPr>
            </a:lvl1pPr>
            <a:lvl2pPr marL="228600" indent="0">
              <a:buFont typeface="Arial" panose="020B0604020202020204" pitchFamily="34" charset="0"/>
              <a:buNone/>
              <a:defRPr sz="1400">
                <a:solidFill>
                  <a:schemeClr val="bg1"/>
                </a:solidFill>
              </a:defRPr>
            </a:lvl2pPr>
            <a:lvl3pPr marL="457200" indent="0">
              <a:buFont typeface="Arial" panose="020B0604020202020204" pitchFamily="34" charset="0"/>
              <a:buNone/>
              <a:defRPr sz="1200">
                <a:solidFill>
                  <a:schemeClr val="bg1"/>
                </a:solidFill>
              </a:defRPr>
            </a:lvl3pPr>
            <a:lvl4pPr marL="685800" indent="0">
              <a:buFont typeface="Arial" panose="020B0604020202020204" pitchFamily="34" charset="0"/>
              <a:buNone/>
              <a:defRPr sz="1100">
                <a:solidFill>
                  <a:schemeClr val="bg1"/>
                </a:solidFill>
              </a:defRPr>
            </a:lvl4pPr>
            <a:lvl5pPr marL="914400" indent="0">
              <a:buFont typeface="Arial" panose="020B0604020202020204" pitchFamily="34" charset="0"/>
              <a:buNone/>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9" y="6211605"/>
            <a:ext cx="3657600"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8540" y="6211605"/>
            <a:ext cx="914400" cy="630936"/>
          </a:xfrm>
        </p:spPr>
        <p:txBody>
          <a:bodyPr/>
          <a:lstStyle>
            <a:lvl1pPr>
              <a:defRPr>
                <a:solidFill>
                  <a:schemeClr val="bg1"/>
                </a:solidFill>
              </a:defRPr>
            </a:lvl1pPr>
          </a:lstStyle>
          <a:p>
            <a:fld id="{625E8027-836D-F64B-BBF7-A246E67FE0A3}" type="datetime1">
              <a:rPr lang="en-US" smtClean="0"/>
              <a:pPr/>
              <a:t>6/21/2026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9324" y="6211605"/>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554981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4353866"/>
            <a:ext cx="2828932" cy="1869134"/>
          </a:xfrm>
        </p:spPr>
        <p:txBody>
          <a:bodyPr anchor="t">
            <a:normAutofit/>
          </a:bodyPr>
          <a:lstStyle>
            <a:lvl1pPr>
              <a:defRPr sz="3200" cap="all" baseline="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60000"/>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4353866"/>
            <a:ext cx="7538412" cy="1869134"/>
          </a:xfrm>
        </p:spPr>
        <p:txBody>
          <a:bodyPr>
            <a:noAutofit/>
          </a:bodyPr>
          <a:lstStyle>
            <a:lvl1pPr marL="285750" indent="-285750">
              <a:buFont typeface="Arial" panose="020B0604020202020204" pitchFamily="34" charset="0"/>
              <a:buChar char="•"/>
              <a:defRPr sz="1800">
                <a:solidFill>
                  <a:schemeClr val="bg1"/>
                </a:solidFill>
              </a:defRPr>
            </a:lvl1pPr>
            <a:lvl2pPr marL="514350" indent="-285750">
              <a:buFont typeface="Arial" panose="020B0604020202020204" pitchFamily="34" charset="0"/>
              <a:buChar char="•"/>
              <a:defRPr sz="1600">
                <a:solidFill>
                  <a:schemeClr val="bg1"/>
                </a:solidFill>
              </a:defRPr>
            </a:lvl2pPr>
            <a:lvl3pPr marL="742950" indent="-285750">
              <a:buFont typeface="Arial" panose="020B0604020202020204" pitchFamily="34" charset="0"/>
              <a:buChar char="•"/>
              <a:defRPr sz="1400">
                <a:solidFill>
                  <a:schemeClr val="bg1"/>
                </a:solidFill>
              </a:defRPr>
            </a:lvl3pPr>
            <a:lvl4pPr marL="857250" indent="-171450">
              <a:buFont typeface="Arial" panose="020B0604020202020204" pitchFamily="34" charset="0"/>
              <a:buChar char="•"/>
              <a:defRPr sz="1200">
                <a:solidFill>
                  <a:schemeClr val="bg1"/>
                </a:solidFill>
              </a:defRPr>
            </a:lvl4pPr>
            <a:lvl5pPr marL="1085850" indent="-171450">
              <a:buFont typeface="Arial" panose="020B0604020202020204" pitchFamily="34" charset="0"/>
              <a:buChar cha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9" y="6211605"/>
            <a:ext cx="3657600"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8540" y="6211605"/>
            <a:ext cx="914400" cy="630936"/>
          </a:xfrm>
        </p:spPr>
        <p:txBody>
          <a:bodyPr/>
          <a:lstStyle>
            <a:lvl1pPr>
              <a:defRPr>
                <a:solidFill>
                  <a:schemeClr val="bg1"/>
                </a:solidFill>
              </a:defRPr>
            </a:lvl1pPr>
          </a:lstStyle>
          <a:p>
            <a:fld id="{04D38C6B-BFF0-FA48-8F70-77BDD72A014D}" type="datetime1">
              <a:rPr lang="en-US" smtClean="0"/>
              <a:pPr/>
              <a:t>6/21/2026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9324" y="6211605"/>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907202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27443"/>
            <a:ext cx="2828926" cy="1826790"/>
          </a:xfrm>
        </p:spPr>
        <p:txBody>
          <a:bodyPr anchor="t">
            <a:normAutofit/>
          </a:bodyPr>
          <a:lstStyle>
            <a:lvl1pPr>
              <a:defRPr sz="3200" cap="all" baseline="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634999"/>
            <a:ext cx="7538412" cy="1861191"/>
          </a:xfrm>
        </p:spPr>
        <p:txBody>
          <a:bodyPr>
            <a:noAutofit/>
          </a:bodyPr>
          <a:lstStyle>
            <a:lvl1pPr marL="285750" indent="-285750">
              <a:buFont typeface="Arial" panose="020B0604020202020204" pitchFamily="34" charset="0"/>
              <a:buChar char="•"/>
              <a:defRPr sz="1800">
                <a:solidFill>
                  <a:schemeClr val="bg1"/>
                </a:solidFill>
              </a:defRPr>
            </a:lvl1pPr>
            <a:lvl2pPr marL="514350" indent="-285750">
              <a:buFont typeface="Arial" panose="020B0604020202020204" pitchFamily="34" charset="0"/>
              <a:buChar char="•"/>
              <a:defRPr sz="1600">
                <a:solidFill>
                  <a:schemeClr val="bg1"/>
                </a:solidFill>
              </a:defRPr>
            </a:lvl2pPr>
            <a:lvl3pPr marL="742950" indent="-285750">
              <a:buFont typeface="Arial" panose="020B0604020202020204" pitchFamily="34" charset="0"/>
              <a:buChar char="•"/>
              <a:defRPr sz="1400">
                <a:solidFill>
                  <a:schemeClr val="bg1"/>
                </a:solidFill>
              </a:defRPr>
            </a:lvl3pPr>
            <a:lvl4pPr marL="857250" indent="-171450">
              <a:buFont typeface="Arial" panose="020B0604020202020204" pitchFamily="34" charset="0"/>
              <a:buChar char="•"/>
              <a:defRPr sz="1200">
                <a:solidFill>
                  <a:schemeClr val="bg1"/>
                </a:solidFill>
              </a:defRPr>
            </a:lvl4pPr>
            <a:lvl5pPr marL="1085850" indent="-171450">
              <a:buFont typeface="Arial" panose="020B0604020202020204" pitchFamily="34" charset="0"/>
              <a:buChar cha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60000"/>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4029" y="0"/>
            <a:ext cx="2805405" cy="630936"/>
          </a:xfrm>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708540" y="0"/>
            <a:ext cx="914400" cy="630936"/>
          </a:xfrm>
        </p:spPr>
        <p:txBody>
          <a:bodyPr/>
          <a:lstStyle>
            <a:lvl1pPr>
              <a:defRPr>
                <a:solidFill>
                  <a:schemeClr val="bg1"/>
                </a:solidFill>
              </a:defRPr>
            </a:lvl1pPr>
          </a:lstStyle>
          <a:p>
            <a:fld id="{E40AF01B-D893-9C4D-8AB8-7E6079CED5E9}" type="datetime1">
              <a:rPr lang="en-US" smtClean="0"/>
              <a:pPr/>
              <a:t>6/21/2026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9324" y="0"/>
            <a:ext cx="548640" cy="630936"/>
          </a:xfr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668258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1011936"/>
            <a:ext cx="10945318" cy="745437"/>
          </a:xfrm>
        </p:spPr>
        <p:txBody>
          <a:bodyPr anchor="t"/>
          <a:lstStyle>
            <a:lvl1pPr>
              <a:defRPr cap="all" baseline="0">
                <a:solidFill>
                  <a:schemeClr val="bg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defRPr>
            </a:lvl1pPr>
          </a:lstStyle>
          <a:p>
            <a:fld id="{574623E1-10D5-C048-8991-E2228A964ED1}" type="datetime1">
              <a:rPr lang="en-US" smtClean="0"/>
              <a:pPr/>
              <a:t>6/21/2026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2129474"/>
            <a:ext cx="6230450" cy="4093525"/>
          </a:xfrm>
          <a:blipFill dpi="0" rotWithShape="1">
            <a:blip r:embed="rId2">
              <a:alphaModFix amt="60000"/>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24097" y="2129474"/>
            <a:ext cx="4333867" cy="412819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999039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1001715"/>
            <a:ext cx="4714881" cy="1121418"/>
          </a:xfrm>
        </p:spPr>
        <p:txBody>
          <a:bodyPr>
            <a:normAutofit/>
          </a:bodyPr>
          <a:lstStyle>
            <a:lvl1pPr>
              <a:defRPr sz="36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05DB6E09-373C-2841-960E-B24A18A7C55D}" type="datetime1">
              <a:rPr lang="en-US" smtClean="0"/>
              <a:pPr/>
              <a:t>6/21/2026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8" y="2495234"/>
            <a:ext cx="4706938" cy="3727766"/>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286499" y="1001715"/>
            <a:ext cx="5292853" cy="522128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59153830"/>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996695"/>
            <a:ext cx="3771907" cy="1126438"/>
          </a:xfrm>
        </p:spPr>
        <p:txBody>
          <a:bodyPr anchor="t">
            <a:normAutofit/>
          </a:bodyPr>
          <a:lstStyle>
            <a:lvl1pPr>
              <a:defRPr sz="32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FCB72DF-080D-4042-863C-D2B08AB5E1E8}" type="datetime1">
              <a:rPr lang="en-US" smtClean="0"/>
              <a:pPr/>
              <a:t>6/21/2026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9" y="2495234"/>
            <a:ext cx="3717934" cy="3727766"/>
          </a:xfrm>
          <a:blipFill dpi="0" rotWithShape="1">
            <a:blip r:embed="rId2">
              <a:alphaModFix amt="60000"/>
            </a:blip>
            <a:srcRect/>
            <a:stretch>
              <a:fillRect/>
            </a:stretch>
          </a:blipFill>
        </p:spPr>
        <p:txBody>
          <a:bodyPr/>
          <a:lstStyle>
            <a:lvl1pPr marL="0" indent="0">
              <a:buNone/>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2522" y="1005779"/>
            <a:ext cx="6615116" cy="530294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7618597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6" y="4531056"/>
            <a:ext cx="6209067" cy="1691943"/>
          </a:xfrm>
        </p:spPr>
        <p:txBody>
          <a:bodyPr anchor="b">
            <a:noAutofit/>
          </a:bodyPr>
          <a:lstStyle>
            <a:lvl1pPr>
              <a:defRPr sz="60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C5D9B6A-47DB-D845-97C7-9775E46E650D}" type="datetime1">
              <a:rPr lang="en-US" smtClean="0"/>
              <a:pPr/>
              <a:t>6/21/2026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7" y="630937"/>
            <a:ext cx="6209067" cy="3504335"/>
          </a:xfrm>
          <a:blipFill dpi="0" rotWithShape="1">
            <a:blip r:embed="rId2">
              <a:alphaModFix amt="60000"/>
            </a:blip>
            <a:srcRect/>
            <a:stretch>
              <a:fillRect/>
            </a:stretch>
          </a:blipFill>
        </p:spPr>
        <p:txBody>
          <a:bodyPr/>
          <a:lstStyle>
            <a:lvl1pPr marL="0" indent="0">
              <a:buNone/>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7229479" y="630937"/>
            <a:ext cx="4328485" cy="5592064"/>
          </a:xfrm>
        </p:spPr>
        <p:txBody>
          <a:bodyPr anchor="b">
            <a:normAutofit/>
          </a:bodyPr>
          <a:lstStyle>
            <a:lvl1pPr>
              <a:lnSpc>
                <a:spcPct val="120000"/>
              </a:lnSpc>
              <a:spcAft>
                <a:spcPts val="0"/>
              </a:spcAft>
              <a:defRPr sz="1600" b="0" i="0">
                <a:solidFill>
                  <a:schemeClr val="tx1"/>
                </a:solidFill>
                <a:latin typeface="+mn-lt"/>
              </a:defRPr>
            </a:lvl1pPr>
            <a:lvl2pPr>
              <a:lnSpc>
                <a:spcPct val="120000"/>
              </a:lnSpc>
              <a:spcAft>
                <a:spcPts val="0"/>
              </a:spcAft>
              <a:defRPr sz="1600" b="0" i="0">
                <a:solidFill>
                  <a:schemeClr val="tx1"/>
                </a:solidFill>
                <a:latin typeface="+mn-lt"/>
              </a:defRPr>
            </a:lvl2pPr>
            <a:lvl3pPr>
              <a:lnSpc>
                <a:spcPct val="120000"/>
              </a:lnSpc>
              <a:spcAft>
                <a:spcPts val="0"/>
              </a:spcAft>
              <a:defRPr sz="1600" b="0" i="0">
                <a:solidFill>
                  <a:schemeClr val="tx1"/>
                </a:solidFill>
                <a:latin typeface="+mn-lt"/>
              </a:defRPr>
            </a:lvl3pPr>
            <a:lvl4pPr>
              <a:lnSpc>
                <a:spcPct val="120000"/>
              </a:lnSpc>
              <a:spcAft>
                <a:spcPts val="0"/>
              </a:spcAft>
              <a:defRPr sz="1600" b="0" i="0">
                <a:solidFill>
                  <a:schemeClr val="tx1"/>
                </a:solidFill>
                <a:latin typeface="+mn-lt"/>
              </a:defRPr>
            </a:lvl4pPr>
            <a:lvl5pPr>
              <a:lnSpc>
                <a:spcPct val="120000"/>
              </a:lnSpc>
              <a:spcAft>
                <a:spcPts val="0"/>
              </a:spcAft>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05082133"/>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34015" y="5109526"/>
            <a:ext cx="6209079" cy="1113474"/>
          </a:xfrm>
        </p:spPr>
        <p:txBody>
          <a:bodyPr>
            <a:normAutofit/>
          </a:bodyPr>
          <a:lstStyle>
            <a:lvl1pPr>
              <a:lnSpc>
                <a:spcPct val="120000"/>
              </a:lnSpc>
              <a:defRPr sz="2800" b="0">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2" y="1011935"/>
            <a:ext cx="10923942" cy="3716591"/>
          </a:xfrm>
        </p:spPr>
        <p:txBody>
          <a:bodyPr anchor="b">
            <a:noAutofit/>
          </a:bodyPr>
          <a:lstStyle>
            <a:lvl1pPr marL="0" indent="0">
              <a:lnSpc>
                <a:spcPct val="90000"/>
              </a:lnSpc>
              <a:spcBef>
                <a:spcPts val="0"/>
              </a:spcBef>
              <a:buNone/>
              <a:defRPr sz="28000" b="0" i="0">
                <a:solidFill>
                  <a:schemeClr val="tx1"/>
                </a:solidFill>
                <a:latin typeface="+mn-lt"/>
              </a:defRPr>
            </a:lvl1pPr>
          </a:lstStyle>
          <a:p>
            <a:pPr lvl="0"/>
            <a:r>
              <a:rPr lang="en-US" dirty="0"/>
              <a:t>##%</a:t>
            </a:r>
          </a:p>
        </p:txBody>
      </p:sp>
    </p:spTree>
    <p:extLst>
      <p:ext uri="{BB962C8B-B14F-4D97-AF65-F5344CB8AC3E}">
        <p14:creationId xmlns:p14="http://schemas.microsoft.com/office/powerpoint/2010/main" val="56780246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133603" y="5109526"/>
            <a:ext cx="7916856" cy="1113474"/>
          </a:xfrm>
        </p:spPr>
        <p:txBody>
          <a:bodyPr>
            <a:normAutofit/>
          </a:bodyPr>
          <a:lstStyle>
            <a:lvl1pPr algn="ctr">
              <a:lnSpc>
                <a:spcPct val="110000"/>
              </a:lnSpc>
              <a:defRPr sz="2800" b="0">
                <a:solidFill>
                  <a:schemeClr val="bg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11935"/>
            <a:ext cx="10923935" cy="3716591"/>
          </a:xfrm>
        </p:spPr>
        <p:txBody>
          <a:bodyPr anchor="b">
            <a:noAutofit/>
          </a:bodyPr>
          <a:lstStyle>
            <a:lvl1pPr marL="0" indent="0" algn="ctr">
              <a:lnSpc>
                <a:spcPct val="90000"/>
              </a:lnSpc>
              <a:buNone/>
              <a:defRPr sz="28000" b="0" i="0">
                <a:solidFill>
                  <a:schemeClr val="bg1"/>
                </a:solidFill>
                <a:latin typeface="+mn-lt"/>
              </a:defRPr>
            </a:lvl1pPr>
          </a:lstStyle>
          <a:p>
            <a:pPr lvl="0"/>
            <a:r>
              <a:rPr lang="en-US" dirty="0"/>
              <a:t>##%</a:t>
            </a:r>
          </a:p>
        </p:txBody>
      </p:sp>
    </p:spTree>
    <p:extLst>
      <p:ext uri="{BB962C8B-B14F-4D97-AF65-F5344CB8AC3E}">
        <p14:creationId xmlns:p14="http://schemas.microsoft.com/office/powerpoint/2010/main" val="23748766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133603" y="5109526"/>
            <a:ext cx="7916856" cy="1245554"/>
          </a:xfrm>
        </p:spPr>
        <p:txBody>
          <a:bodyPr>
            <a:normAutofit/>
          </a:bodyPr>
          <a:lstStyle>
            <a:lvl1pPr algn="ctr">
              <a:lnSpc>
                <a:spcPct val="110000"/>
              </a:lnSpc>
              <a:defRPr sz="2800" b="0" u="none">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11936"/>
            <a:ext cx="10923935" cy="3665730"/>
          </a:xfrm>
        </p:spPr>
        <p:txBody>
          <a:bodyPr anchor="t">
            <a:noAutofit/>
          </a:bodyPr>
          <a:lstStyle>
            <a:lvl1pPr marL="0" indent="0" algn="ctr">
              <a:lnSpc>
                <a:spcPct val="90000"/>
              </a:lnSpc>
              <a:buNone/>
              <a:defRPr sz="28000" b="0" i="0" u="sng">
                <a:solidFill>
                  <a:schemeClr val="tx1"/>
                </a:solidFill>
                <a:latin typeface="+mn-lt"/>
              </a:defRPr>
            </a:lvl1pPr>
          </a:lstStyle>
          <a:p>
            <a:pPr lvl="0"/>
            <a:r>
              <a:rPr lang="en-US" dirty="0"/>
              <a:t>##%</a:t>
            </a:r>
          </a:p>
        </p:txBody>
      </p:sp>
    </p:spTree>
    <p:extLst>
      <p:ext uri="{BB962C8B-B14F-4D97-AF65-F5344CB8AC3E}">
        <p14:creationId xmlns:p14="http://schemas.microsoft.com/office/powerpoint/2010/main" val="333540929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8164508" y="1001715"/>
            <a:ext cx="3393455" cy="5221285"/>
          </a:xfrm>
        </p:spPr>
        <p:txBody>
          <a:bodyPr anchor="b">
            <a:normAutofit/>
          </a:bodyPr>
          <a:lstStyle>
            <a:lvl1pPr algn="l">
              <a:lnSpc>
                <a:spcPct val="110000"/>
              </a:lnSpc>
              <a:defRPr sz="2000" b="1" i="0" u="none">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40964"/>
            <a:ext cx="7144095" cy="5846064"/>
          </a:xfrm>
        </p:spPr>
        <p:txBody>
          <a:bodyPr anchor="b">
            <a:noAutofit/>
          </a:bodyPr>
          <a:lstStyle>
            <a:lvl1pPr marL="0" indent="0" algn="l">
              <a:lnSpc>
                <a:spcPct val="90000"/>
              </a:lnSpc>
              <a:buNone/>
              <a:defRPr sz="28000" b="0" i="0" u="sng">
                <a:solidFill>
                  <a:schemeClr val="tx1"/>
                </a:solidFill>
                <a:latin typeface="+mn-lt"/>
              </a:defRPr>
            </a:lvl1pPr>
          </a:lstStyle>
          <a:p>
            <a:pPr lvl="0"/>
            <a:r>
              <a:rPr lang="en-US" dirty="0"/>
              <a:t>##%</a:t>
            </a:r>
          </a:p>
        </p:txBody>
      </p:sp>
    </p:spTree>
    <p:extLst>
      <p:ext uri="{BB962C8B-B14F-4D97-AF65-F5344CB8AC3E}">
        <p14:creationId xmlns:p14="http://schemas.microsoft.com/office/powerpoint/2010/main" val="214781656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5">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8164508" y="1001715"/>
            <a:ext cx="3393455" cy="5221285"/>
          </a:xfrm>
        </p:spPr>
        <p:txBody>
          <a:bodyPr anchor="b">
            <a:normAutofit/>
          </a:bodyPr>
          <a:lstStyle>
            <a:lvl1pPr algn="l">
              <a:lnSpc>
                <a:spcPct val="110000"/>
              </a:lnSpc>
              <a:defRPr sz="2000" b="1" i="0" u="none">
                <a:solidFill>
                  <a:schemeClr val="accent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1040964"/>
            <a:ext cx="7144095" cy="5846064"/>
          </a:xfrm>
        </p:spPr>
        <p:txBody>
          <a:bodyPr anchor="b">
            <a:noAutofit/>
          </a:bodyPr>
          <a:lstStyle>
            <a:lvl1pPr marL="0" indent="0" algn="l">
              <a:lnSpc>
                <a:spcPct val="90000"/>
              </a:lnSpc>
              <a:buNone/>
              <a:defRPr sz="28000" b="0" i="0" u="sng">
                <a:solidFill>
                  <a:schemeClr val="accent1"/>
                </a:solidFill>
                <a:latin typeface="+mn-lt"/>
              </a:defRPr>
            </a:lvl1pPr>
          </a:lstStyle>
          <a:p>
            <a:pPr lvl="0"/>
            <a:r>
              <a:rPr lang="en-US" dirty="0"/>
              <a:t>##%</a:t>
            </a:r>
          </a:p>
        </p:txBody>
      </p:sp>
    </p:spTree>
    <p:extLst>
      <p:ext uri="{BB962C8B-B14F-4D97-AF65-F5344CB8AC3E}">
        <p14:creationId xmlns:p14="http://schemas.microsoft.com/office/powerpoint/2010/main" val="267266195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795663"/>
            <a:ext cx="11579352" cy="1133856"/>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DA2AD571-8A42-FC4D-8DD1-0DD76ABF057B}" type="datetime1">
              <a:rPr lang="en-US" smtClean="0"/>
              <a:pPr/>
              <a:t>6/21/2026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7" y="1001715"/>
            <a:ext cx="8502777" cy="5221286"/>
          </a:xfrm>
        </p:spPr>
        <p:txBody>
          <a:bodyPr anchor="ctr">
            <a:noAutofit/>
          </a:bodyPr>
          <a:lstStyle>
            <a:lvl1pPr marL="0" indent="0">
              <a:lnSpc>
                <a:spcPct val="100000"/>
              </a:lnSpc>
              <a:buNone/>
              <a:defRPr sz="5400" b="1" u="sng">
                <a:solidFill>
                  <a:schemeClr val="bg1"/>
                </a:solidFill>
              </a:defRPr>
            </a:lvl1pPr>
            <a:lvl2pPr marL="228600" indent="0">
              <a:lnSpc>
                <a:spcPct val="100000"/>
              </a:lnSpc>
              <a:buNone/>
              <a:defRPr sz="4800" b="1" u="sng">
                <a:solidFill>
                  <a:schemeClr val="bg1"/>
                </a:solidFill>
              </a:defRPr>
            </a:lvl2pPr>
            <a:lvl3pPr marL="457200" indent="0">
              <a:lnSpc>
                <a:spcPct val="100000"/>
              </a:lnSpc>
              <a:buNone/>
              <a:defRPr sz="4400" b="1" u="sng">
                <a:solidFill>
                  <a:schemeClr val="bg1"/>
                </a:solidFill>
              </a:defRPr>
            </a:lvl3pPr>
            <a:lvl4pPr marL="685800" indent="0">
              <a:lnSpc>
                <a:spcPct val="100000"/>
              </a:lnSpc>
              <a:buNone/>
              <a:defRPr sz="4000" b="1" u="sng">
                <a:solidFill>
                  <a:schemeClr val="bg1"/>
                </a:solidFill>
              </a:defRPr>
            </a:lvl4pPr>
            <a:lvl5pPr marL="914400" indent="0">
              <a:lnSpc>
                <a:spcPct val="100000"/>
              </a:lnSpc>
              <a:buNone/>
              <a:defRPr sz="3600" b="1" u="sng">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489875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700784"/>
            <a:ext cx="11579352" cy="1133856"/>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43F588B4-CB59-614E-93AB-9F331D0D8D83}" type="datetime1">
              <a:rPr lang="en-US" smtClean="0"/>
              <a:pPr/>
              <a:t>6/21/2026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9" y="1764792"/>
            <a:ext cx="8481400" cy="4458208"/>
          </a:xfrm>
        </p:spPr>
        <p:txBody>
          <a:bodyPr anchor="b">
            <a:noAutofit/>
          </a:bodyPr>
          <a:lstStyle>
            <a:lvl1pPr marL="0" indent="0">
              <a:lnSpc>
                <a:spcPct val="100000"/>
              </a:lnSpc>
              <a:buNone/>
              <a:defRPr sz="5000" b="1">
                <a:solidFill>
                  <a:schemeClr val="bg1"/>
                </a:solidFill>
              </a:defRPr>
            </a:lvl1pPr>
            <a:lvl2pPr marL="228600" indent="0">
              <a:lnSpc>
                <a:spcPct val="100000"/>
              </a:lnSpc>
              <a:buNone/>
              <a:defRPr sz="4400" b="1">
                <a:solidFill>
                  <a:schemeClr val="bg1"/>
                </a:solidFill>
              </a:defRPr>
            </a:lvl2pPr>
            <a:lvl3pPr marL="457200" indent="0">
              <a:lnSpc>
                <a:spcPct val="100000"/>
              </a:lnSpc>
              <a:buNone/>
              <a:defRPr sz="4000" b="1">
                <a:solidFill>
                  <a:schemeClr val="bg1"/>
                </a:solidFill>
              </a:defRPr>
            </a:lvl3pPr>
            <a:lvl4pPr marL="685800" indent="0">
              <a:lnSpc>
                <a:spcPct val="100000"/>
              </a:lnSpc>
              <a:buNone/>
              <a:defRPr sz="3600" b="1">
                <a:solidFill>
                  <a:schemeClr val="bg1"/>
                </a:solidFill>
              </a:defRPr>
            </a:lvl4pPr>
            <a:lvl5pPr marL="914400" indent="0">
              <a:lnSpc>
                <a:spcPct val="100000"/>
              </a:lnSpc>
              <a:buNone/>
              <a:defRPr sz="32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295408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891284"/>
            <a:ext cx="11579352" cy="1133856"/>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EA8851A9-1959-C54C-A050-24BB5C598FE4}" type="datetime1">
              <a:rPr lang="en-US" smtClean="0"/>
              <a:pPr/>
              <a:t>6/21/2026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9" y="1011936"/>
            <a:ext cx="8481400" cy="5211064"/>
          </a:xfrm>
        </p:spPr>
        <p:txBody>
          <a:bodyPr anchor="t">
            <a:noAutofit/>
          </a:bodyPr>
          <a:lstStyle>
            <a:lvl1pPr marL="0" indent="0">
              <a:lnSpc>
                <a:spcPct val="100000"/>
              </a:lnSpc>
              <a:buNone/>
              <a:defRPr sz="5000" b="1">
                <a:solidFill>
                  <a:schemeClr val="bg1"/>
                </a:solidFill>
              </a:defRPr>
            </a:lvl1pPr>
            <a:lvl2pPr marL="228600" indent="0">
              <a:lnSpc>
                <a:spcPct val="100000"/>
              </a:lnSpc>
              <a:buNone/>
              <a:defRPr sz="4400" b="1">
                <a:solidFill>
                  <a:schemeClr val="bg1"/>
                </a:solidFill>
              </a:defRPr>
            </a:lvl2pPr>
            <a:lvl3pPr marL="457200" indent="0">
              <a:lnSpc>
                <a:spcPct val="100000"/>
              </a:lnSpc>
              <a:buNone/>
              <a:defRPr sz="4000" b="1">
                <a:solidFill>
                  <a:schemeClr val="bg1"/>
                </a:solidFill>
              </a:defRPr>
            </a:lvl3pPr>
            <a:lvl4pPr marL="685800" indent="0">
              <a:lnSpc>
                <a:spcPct val="100000"/>
              </a:lnSpc>
              <a:buNone/>
              <a:defRPr sz="3600" b="1">
                <a:solidFill>
                  <a:schemeClr val="bg1"/>
                </a:solidFill>
              </a:defRPr>
            </a:lvl4pPr>
            <a:lvl5pPr marL="914400" indent="0">
              <a:lnSpc>
                <a:spcPct val="100000"/>
              </a:lnSpc>
              <a:buNone/>
              <a:defRPr sz="32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68504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891284"/>
            <a:ext cx="11579352" cy="1133856"/>
          </a:xfrm>
        </p:spPr>
        <p:txBody>
          <a:bodyPr/>
          <a:lstStyle>
            <a:lvl1pPr>
              <a:defRPr cap="all" baseline="0">
                <a:solidFill>
                  <a:schemeClr val="accent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432BBD40-9FB7-E148-AC1B-3919D230BEB1}" type="datetime1">
              <a:rPr lang="en-US" smtClean="0"/>
              <a:pPr/>
              <a:t>6/21/2026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8" y="1011936"/>
            <a:ext cx="9074511" cy="5211064"/>
          </a:xfrm>
        </p:spPr>
        <p:txBody>
          <a:bodyPr anchor="b">
            <a:noAutofit/>
          </a:bodyPr>
          <a:lstStyle>
            <a:lvl1pPr marL="0" indent="0">
              <a:lnSpc>
                <a:spcPct val="100000"/>
              </a:lnSpc>
              <a:buNone/>
              <a:defRPr sz="6000" b="1" i="0" u="sng">
                <a:solidFill>
                  <a:schemeClr val="accent1"/>
                </a:solidFill>
                <a:latin typeface="+mj-lt"/>
              </a:defRPr>
            </a:lvl1pPr>
            <a:lvl2pPr marL="228600" indent="0">
              <a:lnSpc>
                <a:spcPct val="100000"/>
              </a:lnSpc>
              <a:buNone/>
              <a:defRPr sz="4400" b="1" i="0">
                <a:solidFill>
                  <a:schemeClr val="accent1"/>
                </a:solidFill>
                <a:latin typeface="+mj-lt"/>
              </a:defRPr>
            </a:lvl2pPr>
            <a:lvl3pPr marL="457200" indent="0">
              <a:lnSpc>
                <a:spcPct val="100000"/>
              </a:lnSpc>
              <a:buNone/>
              <a:defRPr sz="4000" b="1" i="0">
                <a:solidFill>
                  <a:schemeClr val="accent1"/>
                </a:solidFill>
                <a:latin typeface="+mj-lt"/>
              </a:defRPr>
            </a:lvl3pPr>
            <a:lvl4pPr marL="685800" indent="0">
              <a:lnSpc>
                <a:spcPct val="100000"/>
              </a:lnSpc>
              <a:buNone/>
              <a:defRPr sz="3600" b="1" i="0">
                <a:solidFill>
                  <a:schemeClr val="accent1"/>
                </a:solidFill>
                <a:latin typeface="+mj-lt"/>
              </a:defRPr>
            </a:lvl4pPr>
            <a:lvl5pPr marL="914400" indent="0">
              <a:lnSpc>
                <a:spcPct val="100000"/>
              </a:lnSpc>
              <a:buNone/>
              <a:defRPr sz="3200" b="1" i="0">
                <a:solidFill>
                  <a:schemeClr val="accent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80430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7005" y="5475284"/>
            <a:ext cx="9037984" cy="747715"/>
          </a:xfrm>
        </p:spPr>
        <p:txBody>
          <a:bodyPr anchor="ctr">
            <a:normAutofit/>
          </a:bodyPr>
          <a:lstStyle>
            <a:lvl1pPr>
              <a:lnSpc>
                <a:spcPct val="120000"/>
              </a:lnSpc>
              <a:defRPr sz="2000" u="none">
                <a:solidFill>
                  <a:schemeClr val="bg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6B7B831F-0525-DF47-A6D2-509FE238C6D0}" type="datetime1">
              <a:rPr lang="en-US" smtClean="0"/>
              <a:pPr/>
              <a:t>6/21/2026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77004" y="1005779"/>
            <a:ext cx="9037985" cy="4103745"/>
          </a:xfrm>
        </p:spPr>
        <p:txBody>
          <a:bodyPr anchor="ctr">
            <a:normAutofit/>
          </a:bodyPr>
          <a:lstStyle>
            <a:lvl1pPr marL="164592" indent="-164592">
              <a:lnSpc>
                <a:spcPct val="100000"/>
              </a:lnSpc>
              <a:spcBef>
                <a:spcPts val="0"/>
              </a:spcBef>
              <a:buNone/>
              <a:defRPr sz="6000">
                <a:solidFill>
                  <a:schemeClr val="bg1"/>
                </a:solidFill>
                <a:latin typeface="+mj-lt"/>
              </a:defRPr>
            </a:lvl1pPr>
          </a:lstStyle>
          <a:p>
            <a:pPr lvl="0"/>
            <a:r>
              <a:rPr lang="en-US" dirty="0"/>
              <a:t>Click to add Quote</a:t>
            </a:r>
          </a:p>
        </p:txBody>
      </p:sp>
    </p:spTree>
    <p:extLst>
      <p:ext uri="{BB962C8B-B14F-4D97-AF65-F5344CB8AC3E}">
        <p14:creationId xmlns:p14="http://schemas.microsoft.com/office/powerpoint/2010/main" val="30690378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69066" y="5475285"/>
            <a:ext cx="9045923" cy="747715"/>
          </a:xfrm>
        </p:spPr>
        <p:txBody>
          <a:bodyPr anchor="ctr">
            <a:normAutofit/>
          </a:bodyPr>
          <a:lstStyle>
            <a:lvl1pPr>
              <a:lnSpc>
                <a:spcPct val="120000"/>
              </a:lnSpc>
              <a:defRPr sz="2000" u="none">
                <a:solidFill>
                  <a:schemeClr val="tx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543EBDBC-CFAC-9946-A2F3-D6402690E4D2}" type="datetime1">
              <a:rPr lang="en-US" smtClean="0"/>
              <a:pPr/>
              <a:t>6/21/2026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69066" y="1001715"/>
            <a:ext cx="9053874" cy="4107810"/>
          </a:xfrm>
        </p:spPr>
        <p:txBody>
          <a:bodyPr anchor="b">
            <a:normAutofit/>
          </a:bodyPr>
          <a:lstStyle>
            <a:lvl1pPr marL="164592" indent="-164592">
              <a:lnSpc>
                <a:spcPct val="100000"/>
              </a:lnSpc>
              <a:spcBef>
                <a:spcPts val="0"/>
              </a:spcBef>
              <a:buNone/>
              <a:defRPr sz="6000">
                <a:solidFill>
                  <a:schemeClr val="tx1"/>
                </a:solidFill>
                <a:latin typeface="+mj-lt"/>
              </a:defRPr>
            </a:lvl1pPr>
          </a:lstStyle>
          <a:p>
            <a:pPr lvl="0"/>
            <a:r>
              <a:rPr lang="en-US" dirty="0"/>
              <a:t>Click to add Quote</a:t>
            </a:r>
          </a:p>
        </p:txBody>
      </p:sp>
    </p:spTree>
    <p:extLst>
      <p:ext uri="{BB962C8B-B14F-4D97-AF65-F5344CB8AC3E}">
        <p14:creationId xmlns:p14="http://schemas.microsoft.com/office/powerpoint/2010/main" val="633403001"/>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28" y="5475285"/>
            <a:ext cx="9074512" cy="747715"/>
          </a:xfrm>
        </p:spPr>
        <p:txBody>
          <a:bodyPr anchor="ctr">
            <a:normAutofit/>
          </a:bodyPr>
          <a:lstStyle>
            <a:lvl1pPr>
              <a:lnSpc>
                <a:spcPct val="120000"/>
              </a:lnSpc>
              <a:defRPr sz="2000" u="none">
                <a:solidFill>
                  <a:schemeClr val="bg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F542C378-8FD2-C449-B7AA-6F7022066293}" type="datetime1">
              <a:rPr lang="en-US" smtClean="0"/>
              <a:pPr/>
              <a:t>6/21/2026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8" y="1011936"/>
            <a:ext cx="9037985" cy="3716590"/>
          </a:xfrm>
        </p:spPr>
        <p:txBody>
          <a:bodyPr anchor="ctr">
            <a:normAutofit/>
          </a:bodyPr>
          <a:lstStyle>
            <a:lvl1pPr marL="164592" indent="-164592">
              <a:lnSpc>
                <a:spcPct val="100000"/>
              </a:lnSpc>
              <a:spcBef>
                <a:spcPts val="0"/>
              </a:spcBef>
              <a:buNone/>
              <a:defRPr sz="6000">
                <a:solidFill>
                  <a:schemeClr val="bg1"/>
                </a:solidFill>
                <a:latin typeface="+mj-lt"/>
              </a:defRPr>
            </a:lvl1pPr>
          </a:lstStyle>
          <a:p>
            <a:pPr lvl="0"/>
            <a:r>
              <a:rPr lang="en-US" dirty="0"/>
              <a:t>Click to add Quote</a:t>
            </a:r>
          </a:p>
        </p:txBody>
      </p:sp>
    </p:spTree>
    <p:extLst>
      <p:ext uri="{BB962C8B-B14F-4D97-AF65-F5344CB8AC3E}">
        <p14:creationId xmlns:p14="http://schemas.microsoft.com/office/powerpoint/2010/main" val="18158825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640203"/>
            <a:ext cx="10923934" cy="1099006"/>
          </a:xfrm>
        </p:spPr>
        <p:txBody>
          <a:bodyPr anchor="t">
            <a:normAutofit/>
          </a:bodyPr>
          <a:lstStyle>
            <a:lvl1pPr>
              <a:lnSpc>
                <a:spcPct val="120000"/>
              </a:lnSpc>
              <a:defRPr sz="2000" u="none">
                <a:solidFill>
                  <a:schemeClr val="tx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55AA9746-49E3-1D49-A044-597FC2272B5D}" type="datetime1">
              <a:rPr lang="en-US" smtClean="0"/>
              <a:pPr/>
              <a:t>6/21/2026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9" y="2120209"/>
            <a:ext cx="10923935" cy="4102791"/>
          </a:xfrm>
        </p:spPr>
        <p:txBody>
          <a:bodyPr anchor="b">
            <a:normAutofit/>
          </a:bodyPr>
          <a:lstStyle>
            <a:lvl1pPr marL="164592" indent="-164592">
              <a:lnSpc>
                <a:spcPct val="100000"/>
              </a:lnSpc>
              <a:spcBef>
                <a:spcPts val="0"/>
              </a:spcBef>
              <a:buNone/>
              <a:defRPr sz="6000" b="0" i="0">
                <a:solidFill>
                  <a:schemeClr val="tx1"/>
                </a:solidFill>
                <a:latin typeface="+mn-lt"/>
              </a:defRPr>
            </a:lvl1pPr>
          </a:lstStyle>
          <a:p>
            <a:pPr lvl="0"/>
            <a:r>
              <a:rPr lang="en-US" dirty="0"/>
              <a:t>Click to add Quote</a:t>
            </a:r>
          </a:p>
        </p:txBody>
      </p:sp>
    </p:spTree>
    <p:extLst>
      <p:ext uri="{BB962C8B-B14F-4D97-AF65-F5344CB8AC3E}">
        <p14:creationId xmlns:p14="http://schemas.microsoft.com/office/powerpoint/2010/main" val="3647606217"/>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1001715"/>
            <a:ext cx="10923934" cy="747715"/>
          </a:xfrm>
        </p:spPr>
        <p:txBody>
          <a:bodyPr anchor="t">
            <a:normAutofit/>
          </a:bodyPr>
          <a:lstStyle>
            <a:lvl1pPr>
              <a:lnSpc>
                <a:spcPct val="120000"/>
              </a:lnSpc>
              <a:defRPr sz="2000" u="none">
                <a:solidFill>
                  <a:schemeClr val="accent1"/>
                </a:solidFill>
                <a:latin typeface="+mj-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accent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accent1"/>
                </a:solidFill>
              </a:defRPr>
            </a:lvl1pPr>
          </a:lstStyle>
          <a:p>
            <a:fld id="{55AA9746-49E3-1D49-A044-597FC2272B5D}" type="datetime1">
              <a:rPr lang="en-US" smtClean="0"/>
              <a:pPr/>
              <a:t>6/21/2026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9" y="2120209"/>
            <a:ext cx="10923935" cy="4102791"/>
          </a:xfrm>
        </p:spPr>
        <p:txBody>
          <a:bodyPr anchor="b">
            <a:normAutofit/>
          </a:bodyPr>
          <a:lstStyle>
            <a:lvl1pPr marL="164592" indent="-164592">
              <a:lnSpc>
                <a:spcPct val="100000"/>
              </a:lnSpc>
              <a:spcBef>
                <a:spcPts val="0"/>
              </a:spcBef>
              <a:buNone/>
              <a:defRPr sz="6000" b="0" i="0">
                <a:solidFill>
                  <a:schemeClr val="accent1"/>
                </a:solidFill>
                <a:latin typeface="+mn-lt"/>
              </a:defRPr>
            </a:lvl1pPr>
          </a:lstStyle>
          <a:p>
            <a:pPr lvl="0"/>
            <a:r>
              <a:rPr lang="en-US" dirty="0"/>
              <a:t>Click to add Quote</a:t>
            </a:r>
          </a:p>
        </p:txBody>
      </p:sp>
    </p:spTree>
    <p:extLst>
      <p:ext uri="{BB962C8B-B14F-4D97-AF65-F5344CB8AC3E}">
        <p14:creationId xmlns:p14="http://schemas.microsoft.com/office/powerpoint/2010/main" val="2587229458"/>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774" y="1010613"/>
            <a:ext cx="10945189" cy="746759"/>
          </a:xfrm>
        </p:spPr>
        <p:txBody>
          <a:bodyPr/>
          <a:lstStyle>
            <a:lvl1pPr>
              <a:defRPr cap="all" baseline="0">
                <a:solidFill>
                  <a:schemeClr val="bg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defRPr>
            </a:lvl1pPr>
          </a:lstStyle>
          <a:p>
            <a:fld id="{CB7BE2A0-CBC1-A842-B334-0B3B571BCC28}" type="datetime1">
              <a:rPr lang="en-US" smtClean="0"/>
              <a:pPr/>
              <a:t>6/21/2026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34028" y="2129474"/>
            <a:ext cx="5271473" cy="40935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283941" y="2129475"/>
            <a:ext cx="5274021" cy="409352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937427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28" y="1010614"/>
            <a:ext cx="10923934" cy="746760"/>
          </a:xfrm>
        </p:spPr>
        <p:txBody>
          <a:bodyPr/>
          <a:lstStyle>
            <a:lvl1pPr>
              <a:defRPr cap="all" baseline="0">
                <a:solidFill>
                  <a:schemeClr val="bg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bg1"/>
                </a:solidFill>
              </a:defRPr>
            </a:lvl1pPr>
          </a:lstStyle>
          <a:p>
            <a:fld id="{354D687F-3261-A345-B9E7-76DD0579BB9D}" type="datetime1">
              <a:rPr lang="en-US" smtClean="0"/>
              <a:pPr/>
              <a:t>6/21/2026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4028" y="2120575"/>
            <a:ext cx="5271474" cy="375613"/>
          </a:xfrm>
        </p:spPr>
        <p:txBody>
          <a:bodyPr anchor="b">
            <a:normAutofit/>
          </a:bodyPr>
          <a:lstStyle>
            <a:lvl1pPr marL="0" indent="0">
              <a:lnSpc>
                <a:spcPct val="90000"/>
              </a:lnSpc>
              <a:buNone/>
              <a:defRPr sz="2000" b="1"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3940" y="2120575"/>
            <a:ext cx="5274023" cy="375614"/>
          </a:xfrm>
        </p:spPr>
        <p:txBody>
          <a:bodyPr anchor="b">
            <a:normAutofit/>
          </a:bodyPr>
          <a:lstStyle>
            <a:lvl1pPr marL="0" indent="0">
              <a:lnSpc>
                <a:spcPct val="90000"/>
              </a:lnSpc>
              <a:buNone/>
              <a:defRPr sz="2000" b="1"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34028" y="2877190"/>
            <a:ext cx="5266092" cy="334581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286500" y="2877190"/>
            <a:ext cx="5271464" cy="334581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46233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34029" y="1011936"/>
            <a:ext cx="10923935" cy="1865254"/>
          </a:xfrm>
        </p:spPr>
        <p:txBody>
          <a:bodyPr/>
          <a:lstStyle>
            <a:lvl1pPr>
              <a:defRPr cap="all"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bg1"/>
                </a:solidFill>
              </a:defRPr>
            </a:lvl1pPr>
          </a:lstStyle>
          <a:p>
            <a:fld id="{25C9DF99-DDC2-894B-B2EC-BE93B405C6CB}" type="datetime1">
              <a:rPr lang="en-US" smtClean="0"/>
              <a:pPr/>
              <a:t>6/21/2026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2758173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bg1"/>
                </a:solidFill>
              </a:defRPr>
            </a:lvl1pPr>
          </a:lstStyle>
          <a:p>
            <a:fld id="{C7E1AAE6-D11F-2F46-A437-EC693200CDD7}" type="datetime1">
              <a:rPr lang="en-US" smtClean="0"/>
              <a:pPr/>
              <a:t>6/21/2026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5033077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34029" y="996695"/>
            <a:ext cx="3763961" cy="1314426"/>
          </a:xfrm>
        </p:spPr>
        <p:txBody>
          <a:bodyPr anchor="t">
            <a:normAutofit/>
          </a:bodyPr>
          <a:lstStyle>
            <a:lvl1pPr>
              <a:defRPr sz="28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lvl1pPr>
              <a:defRPr>
                <a:solidFill>
                  <a:schemeClr val="tx1"/>
                </a:solidFill>
              </a:defRPr>
            </a:lvl1pPr>
          </a:lstStyle>
          <a:p>
            <a:fld id="{3D95903C-EDC1-ED4F-958F-696903391605}" type="datetime1">
              <a:rPr lang="en-US" smtClean="0"/>
              <a:pPr/>
              <a:t>6/21/2026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34028" y="2495234"/>
            <a:ext cx="3763961" cy="3727766"/>
          </a:xfrm>
        </p:spPr>
        <p:txBody>
          <a:bodyPr anchor="t">
            <a:normAutofit/>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70474" y="1005779"/>
            <a:ext cx="6604492" cy="5217221"/>
          </a:xfrm>
        </p:spPr>
        <p:txBody>
          <a:bodyP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5055492"/>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30936"/>
            <a:ext cx="3793283" cy="2246253"/>
          </a:xfrm>
        </p:spPr>
        <p:txBody>
          <a:bodyPr anchor="t">
            <a:normAutofit/>
          </a:bodyPr>
          <a:lstStyle>
            <a:lvl1pPr>
              <a:defRPr sz="2800" cap="all" baseline="0">
                <a:solidFill>
                  <a:schemeClr val="bg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bg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bg1"/>
                </a:solidFill>
              </a:defRPr>
            </a:lvl1pPr>
          </a:lstStyle>
          <a:p>
            <a:fld id="{B0DC713B-25C9-B74A-9BBC-A695A5E98312}" type="datetime1">
              <a:rPr lang="en-US" smtClean="0"/>
              <a:pPr/>
              <a:t>6/21/2026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34021" y="3242949"/>
            <a:ext cx="3763969" cy="3017826"/>
          </a:xfrm>
        </p:spPr>
        <p:txBody>
          <a:bodyPr anchor="b"/>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4962523" y="630937"/>
            <a:ext cx="6616830" cy="5592064"/>
          </a:xfrm>
          <a:blipFill dpi="0" rotWithShape="1">
            <a:blip r:embed="rId2">
              <a:alphaModFix amt="60000"/>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13264980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8" y="982085"/>
            <a:ext cx="7538425" cy="1895105"/>
          </a:xfrm>
        </p:spPr>
        <p:txBody>
          <a:bodyPr anchor="b">
            <a:no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1D5279E-0E3B-B54D-9B59-E121D9B3AFDB}" type="datetime1">
              <a:rPr lang="en-US" smtClean="0"/>
              <a:pPr/>
              <a:t>6/21/2026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34028" y="3242949"/>
            <a:ext cx="10923935" cy="2980051"/>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2394673"/>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381760"/>
            <a:ext cx="8481400" cy="1852292"/>
          </a:xfrm>
        </p:spPr>
        <p:txBody>
          <a:bodyPr anchor="b">
            <a:noAutofit/>
          </a:bodyPr>
          <a:lstStyle>
            <a:lvl1pPr>
              <a:defRPr sz="6000" cap="all"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C9E747C-1B1C-1345-96BA-B9E64C23A7BC}" type="datetime1">
              <a:rPr lang="en-US" smtClean="0"/>
              <a:pPr/>
              <a:t>6/21/2026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4029" y="3614097"/>
            <a:ext cx="8481400" cy="1861187"/>
          </a:xfrm>
        </p:spPr>
        <p:txBody>
          <a:bodyPr>
            <a:noAutofit/>
          </a:bodyPr>
          <a:lstStyle>
            <a:lvl1pPr marL="0" indent="0">
              <a:buNone/>
              <a:defRPr sz="2400">
                <a:solidFill>
                  <a:schemeClr val="tx1"/>
                </a:solidFill>
              </a:defRPr>
            </a:lvl1pPr>
            <a:lvl2pPr marL="228600" indent="0">
              <a:buNone/>
              <a:defRPr sz="2000">
                <a:solidFill>
                  <a:schemeClr val="tx1"/>
                </a:solidFill>
              </a:defRPr>
            </a:lvl2pPr>
            <a:lvl3pPr marL="457200" indent="0">
              <a:buNone/>
              <a:defRPr sz="1800">
                <a:solidFill>
                  <a:schemeClr val="tx1"/>
                </a:solidFill>
              </a:defRPr>
            </a:lvl3pPr>
            <a:lvl4pPr marL="685800" indent="0">
              <a:buNone/>
              <a:defRPr sz="16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32122885"/>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381760"/>
            <a:ext cx="7731038" cy="3346766"/>
          </a:xfrm>
        </p:spPr>
        <p:txBody>
          <a:bodyPr anchor="b">
            <a:noAutofit/>
          </a:bodyPr>
          <a:lstStyle>
            <a:lvl1pPr>
              <a:defRPr sz="6000" cap="all" baseline="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accent1"/>
                </a:solidFill>
              </a:defRPr>
            </a:lvl1pPr>
          </a:lstStyle>
          <a:p>
            <a:r>
              <a:rPr lang="en-US" dirty="0"/>
              <a:t>SHAPING THE FUTURE OF OUR INDUSTRY</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accent1"/>
                </a:solidFill>
              </a:defRPr>
            </a:lvl1pPr>
          </a:lstStyle>
          <a:p>
            <a:fld id="{09DA23C4-A9FB-DB4A-B7DD-A0A5161EF3E0}" type="datetime1">
              <a:rPr lang="en-US" smtClean="0"/>
              <a:pPr/>
              <a:t>6/21/2026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4029" y="5109526"/>
            <a:ext cx="6595450" cy="1113474"/>
          </a:xfrm>
        </p:spPr>
        <p:txBody>
          <a:bodyPr>
            <a:noAutofit/>
          </a:bodyPr>
          <a:lstStyle>
            <a:lvl1pPr marL="0" indent="0">
              <a:buNone/>
              <a:defRPr sz="2000" b="1" i="0">
                <a:solidFill>
                  <a:schemeClr val="accent1"/>
                </a:solidFill>
                <a:latin typeface="+mj-lt"/>
              </a:defRPr>
            </a:lvl1pPr>
            <a:lvl2pPr marL="228600" indent="0">
              <a:buNone/>
              <a:defRPr sz="2000" b="1" i="0">
                <a:solidFill>
                  <a:schemeClr val="accent1"/>
                </a:solidFill>
                <a:latin typeface="+mj-lt"/>
              </a:defRPr>
            </a:lvl2pPr>
            <a:lvl3pPr marL="457200" indent="0">
              <a:buNone/>
              <a:defRPr sz="2000" b="1" i="0">
                <a:solidFill>
                  <a:schemeClr val="accent1"/>
                </a:solidFill>
                <a:latin typeface="+mj-lt"/>
              </a:defRPr>
            </a:lvl3pPr>
            <a:lvl4pPr marL="685800" indent="0">
              <a:buNone/>
              <a:defRPr sz="2000" b="1" i="0">
                <a:solidFill>
                  <a:schemeClr val="accent1"/>
                </a:solidFill>
                <a:latin typeface="+mj-lt"/>
              </a:defRPr>
            </a:lvl4pPr>
            <a:lvl5pPr marL="914400" indent="0">
              <a:buNone/>
              <a:defRPr sz="2000" b="1" i="0">
                <a:solidFill>
                  <a:schemeClr val="accent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4602788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34029" y="1001714"/>
            <a:ext cx="10923935" cy="1494476"/>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708540" y="0"/>
            <a:ext cx="914400" cy="630936"/>
          </a:xfrm>
          <a:prstGeom prst="rect">
            <a:avLst/>
          </a:prstGeom>
        </p:spPr>
        <p:txBody>
          <a:bodyPr vert="horz" lIns="91440" tIns="45720" rIns="91440" bIns="45720" rtlCol="0" anchor="ctr"/>
          <a:lstStyle>
            <a:lvl1pPr algn="r">
              <a:defRPr sz="900">
                <a:solidFill>
                  <a:schemeClr val="bg1"/>
                </a:solidFill>
                <a:latin typeface="+mj-lt"/>
              </a:defRPr>
            </a:lvl1pPr>
          </a:lstStyle>
          <a:p>
            <a:fld id="{D90E5A07-4FDA-D34C-BE60-17876FEEBAA5}" type="datetime1">
              <a:rPr lang="en-US" smtClean="0"/>
              <a:pPr/>
              <a:t>6/21/2026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34029" y="0"/>
            <a:ext cx="3657600" cy="630936"/>
          </a:xfrm>
          <a:prstGeom prst="rect">
            <a:avLst/>
          </a:prstGeom>
        </p:spPr>
        <p:txBody>
          <a:bodyPr vert="horz" lIns="91440" tIns="45720" rIns="91440" bIns="45720" rtlCol="0" anchor="ctr"/>
          <a:lstStyle>
            <a:lvl1pPr algn="l">
              <a:defRPr sz="900">
                <a:solidFill>
                  <a:schemeClr val="bg1"/>
                </a:solidFill>
                <a:latin typeface="+mj-lt"/>
              </a:defRPr>
            </a:lvl1pPr>
          </a:lstStyle>
          <a:p>
            <a:r>
              <a:rPr lang="en-US" dirty="0"/>
              <a:t>SHAPING THE FUTURE OF OUR INDUSTRY</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9324" y="0"/>
            <a:ext cx="548640" cy="630936"/>
          </a:xfrm>
          <a:prstGeom prst="rect">
            <a:avLst/>
          </a:prstGeom>
        </p:spPr>
        <p:txBody>
          <a:bodyPr vert="horz" lIns="91440" tIns="45720" rIns="91440" bIns="45720" rtlCol="0" anchor="ctr"/>
          <a:lstStyle>
            <a:lvl1pPr algn="r">
              <a:defRPr sz="900" b="1" i="0">
                <a:solidFill>
                  <a:schemeClr val="bg1"/>
                </a:solidFill>
                <a:latin typeface="+mj-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34029" y="2877190"/>
            <a:ext cx="10923935" cy="334581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9973695"/>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9" r:id="rId5"/>
    <p:sldLayoutId id="2147483780" r:id="rId6"/>
    <p:sldLayoutId id="2147483781" r:id="rId7"/>
    <p:sldLayoutId id="2147483782" r:id="rId8"/>
    <p:sldLayoutId id="2147483832" r:id="rId9"/>
    <p:sldLayoutId id="2147483783" r:id="rId10"/>
    <p:sldLayoutId id="2147483833" r:id="rId11"/>
    <p:sldLayoutId id="2147483784" r:id="rId12"/>
    <p:sldLayoutId id="2147483785" r:id="rId13"/>
    <p:sldLayoutId id="2147483786" r:id="rId14"/>
    <p:sldLayoutId id="2147483787" r:id="rId15"/>
    <p:sldLayoutId id="2147483788" r:id="rId16"/>
    <p:sldLayoutId id="2147483789" r:id="rId17"/>
    <p:sldLayoutId id="2147483790" r:id="rId18"/>
    <p:sldLayoutId id="2147483791" r:id="rId19"/>
    <p:sldLayoutId id="2147483792" r:id="rId20"/>
    <p:sldLayoutId id="2147483793" r:id="rId21"/>
    <p:sldLayoutId id="2147483794" r:id="rId22"/>
    <p:sldLayoutId id="2147483795" r:id="rId23"/>
    <p:sldLayoutId id="2147483796" r:id="rId24"/>
    <p:sldLayoutId id="2147483797" r:id="rId25"/>
    <p:sldLayoutId id="2147483798" r:id="rId26"/>
    <p:sldLayoutId id="2147483799" r:id="rId27"/>
    <p:sldLayoutId id="2147483800" r:id="rId28"/>
    <p:sldLayoutId id="2147483801" r:id="rId29"/>
    <p:sldLayoutId id="2147483802" r:id="rId30"/>
    <p:sldLayoutId id="2147483803" r:id="rId31"/>
    <p:sldLayoutId id="2147483804" r:id="rId32"/>
    <p:sldLayoutId id="2147483805" r:id="rId33"/>
    <p:sldLayoutId id="2147483806" r:id="rId34"/>
    <p:sldLayoutId id="2147483807" r:id="rId35"/>
    <p:sldLayoutId id="2147483808" r:id="rId36"/>
    <p:sldLayoutId id="2147483809" r:id="rId37"/>
    <p:sldLayoutId id="2147483810" r:id="rId38"/>
    <p:sldLayoutId id="2147483811" r:id="rId39"/>
    <p:sldLayoutId id="2147483812" r:id="rId40"/>
    <p:sldLayoutId id="2147483813" r:id="rId41"/>
    <p:sldLayoutId id="2147483814" r:id="rId42"/>
    <p:sldLayoutId id="2147483834" r:id="rId43"/>
    <p:sldLayoutId id="2147483815" r:id="rId44"/>
    <p:sldLayoutId id="2147483816" r:id="rId45"/>
    <p:sldLayoutId id="2147483817" r:id="rId46"/>
    <p:sldLayoutId id="2147483818" r:id="rId47"/>
    <p:sldLayoutId id="2147483819" r:id="rId48"/>
    <p:sldLayoutId id="2147483820" r:id="rId49"/>
    <p:sldLayoutId id="2147483821" r:id="rId50"/>
    <p:sldLayoutId id="2147483822" r:id="rId51"/>
    <p:sldLayoutId id="2147483835" r:id="rId52"/>
    <p:sldLayoutId id="2147483823" r:id="rId53"/>
    <p:sldLayoutId id="2147483824" r:id="rId54"/>
    <p:sldLayoutId id="2147483825" r:id="rId55"/>
    <p:sldLayoutId id="2147483826" r:id="rId56"/>
    <p:sldLayoutId id="2147483827" r:id="rId57"/>
    <p:sldLayoutId id="2147483828" r:id="rId58"/>
    <p:sldLayoutId id="2147483829" r:id="rId59"/>
    <p:sldLayoutId id="2147483830" r:id="rId60"/>
    <p:sldLayoutId id="2147483831" r:id="rId61"/>
  </p:sldLayoutIdLst>
  <p:hf sldNum="0" hdr="0" ftr="0" dt="0"/>
  <p:txStyles>
    <p:titleStyle>
      <a:lvl1pPr algn="l" defTabSz="914400" rtl="0" eaLnBrk="1" latinLnBrk="0" hangingPunct="1">
        <a:lnSpc>
          <a:spcPct val="90000"/>
        </a:lnSpc>
        <a:spcBef>
          <a:spcPct val="0"/>
        </a:spcBef>
        <a:buNone/>
        <a:defRPr sz="6000" b="1" u="sng"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bg1"/>
          </a:solidFill>
          <a:latin typeface="+mn-lt"/>
          <a:ea typeface="+mn-ea"/>
          <a:cs typeface="+mn-cs"/>
        </a:defRPr>
      </a:lvl1pPr>
      <a:lvl2pPr marL="457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2pPr>
      <a:lvl3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mn-lt"/>
          <a:ea typeface="+mn-ea"/>
          <a:cs typeface="+mn-cs"/>
        </a:defRPr>
      </a:lvl3pPr>
      <a:lvl4pPr marL="914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bg1"/>
          </a:solidFill>
          <a:latin typeface="+mn-lt"/>
          <a:ea typeface="+mn-ea"/>
          <a:cs typeface="+mn-cs"/>
        </a:defRPr>
      </a:lvl4pPr>
      <a:lvl5pPr marL="1143000" indent="-228600" algn="l" defTabSz="914400" rtl="0" eaLnBrk="1" latinLnBrk="0" hangingPunct="1">
        <a:lnSpc>
          <a:spcPct val="90000"/>
        </a:lnSpc>
        <a:spcBef>
          <a:spcPts val="500"/>
        </a:spcBef>
        <a:buFont typeface="Arial" panose="020B0604020202020204" pitchFamily="34" charset="0"/>
        <a:buChar char="•"/>
        <a:defRPr sz="12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hyperlink" Target="https://www.easyagile.com/blog/agile-team" TargetMode="External"/><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608C23-AAC7-24F5-F2C0-159F3F981C2A}"/>
              </a:ext>
            </a:extLst>
          </p:cNvPr>
          <p:cNvSpPr>
            <a:spLocks noGrp="1"/>
          </p:cNvSpPr>
          <p:nvPr>
            <p:ph type="ctrTitle"/>
          </p:nvPr>
        </p:nvSpPr>
        <p:spPr>
          <a:xfrm>
            <a:off x="510644" y="1087598"/>
            <a:ext cx="7152035" cy="3822700"/>
          </a:xfrm>
        </p:spPr>
        <p:txBody>
          <a:bodyPr/>
          <a:lstStyle/>
          <a:p>
            <a:r>
              <a:rPr lang="en-US" dirty="0"/>
              <a:t>Scrum-Agile Methodology</a:t>
            </a:r>
          </a:p>
        </p:txBody>
      </p:sp>
      <p:sp>
        <p:nvSpPr>
          <p:cNvPr id="6" name="Subtitle 5">
            <a:extLst>
              <a:ext uri="{FF2B5EF4-FFF2-40B4-BE49-F238E27FC236}">
                <a16:creationId xmlns:a16="http://schemas.microsoft.com/office/drawing/2014/main" id="{BDE37C8C-B9EB-77D8-9402-9E66A29BE49B}"/>
              </a:ext>
            </a:extLst>
          </p:cNvPr>
          <p:cNvSpPr>
            <a:spLocks noGrp="1"/>
          </p:cNvSpPr>
          <p:nvPr>
            <p:ph type="subTitle" idx="1"/>
          </p:nvPr>
        </p:nvSpPr>
        <p:spPr>
          <a:xfrm>
            <a:off x="7786064" y="1087598"/>
            <a:ext cx="3895292" cy="529276"/>
          </a:xfrm>
        </p:spPr>
        <p:txBody>
          <a:bodyPr/>
          <a:lstStyle/>
          <a:p>
            <a:r>
              <a:rPr lang="en-US" dirty="0"/>
              <a:t>Presented by John Grzeskowiak</a:t>
            </a:r>
          </a:p>
        </p:txBody>
      </p:sp>
      <p:sp>
        <p:nvSpPr>
          <p:cNvPr id="2" name="TextBox 1">
            <a:extLst>
              <a:ext uri="{FF2B5EF4-FFF2-40B4-BE49-F238E27FC236}">
                <a16:creationId xmlns:a16="http://schemas.microsoft.com/office/drawing/2014/main" id="{0838D8B4-A6DA-8FC6-2FAB-86D8F7696A3C}"/>
              </a:ext>
            </a:extLst>
          </p:cNvPr>
          <p:cNvSpPr txBox="1"/>
          <p:nvPr/>
        </p:nvSpPr>
        <p:spPr>
          <a:xfrm>
            <a:off x="11122152" y="174982"/>
            <a:ext cx="2139696" cy="369332"/>
          </a:xfrm>
          <a:prstGeom prst="rect">
            <a:avLst/>
          </a:prstGeom>
          <a:noFill/>
        </p:spPr>
        <p:txBody>
          <a:bodyPr wrap="square" rtlCol="0">
            <a:spAutoFit/>
          </a:bodyPr>
          <a:lstStyle/>
          <a:p>
            <a:r>
              <a:rPr lang="en-US" dirty="0">
                <a:solidFill>
                  <a:schemeClr val="bg1"/>
                </a:solidFill>
              </a:rPr>
              <a:t>CS250</a:t>
            </a:r>
          </a:p>
        </p:txBody>
      </p:sp>
    </p:spTree>
    <p:extLst>
      <p:ext uri="{BB962C8B-B14F-4D97-AF65-F5344CB8AC3E}">
        <p14:creationId xmlns:p14="http://schemas.microsoft.com/office/powerpoint/2010/main" val="396911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B9519-237E-F154-0775-DC5A3CDF75BA}"/>
              </a:ext>
            </a:extLst>
          </p:cNvPr>
          <p:cNvSpPr>
            <a:spLocks noGrp="1"/>
          </p:cNvSpPr>
          <p:nvPr>
            <p:ph type="title"/>
          </p:nvPr>
        </p:nvSpPr>
        <p:spPr>
          <a:xfrm>
            <a:off x="634029" y="297626"/>
            <a:ext cx="4907235" cy="1037398"/>
          </a:xfrm>
        </p:spPr>
        <p:txBody>
          <a:bodyPr/>
          <a:lstStyle/>
          <a:p>
            <a:r>
              <a:rPr lang="en-US" dirty="0"/>
              <a:t>Agile roles</a:t>
            </a:r>
          </a:p>
        </p:txBody>
      </p:sp>
      <p:sp>
        <p:nvSpPr>
          <p:cNvPr id="3" name="Content Placeholder 2">
            <a:extLst>
              <a:ext uri="{FF2B5EF4-FFF2-40B4-BE49-F238E27FC236}">
                <a16:creationId xmlns:a16="http://schemas.microsoft.com/office/drawing/2014/main" id="{638ACC6B-C7FD-0935-2022-57CCC9D64B5D}"/>
              </a:ext>
            </a:extLst>
          </p:cNvPr>
          <p:cNvSpPr>
            <a:spLocks noGrp="1"/>
          </p:cNvSpPr>
          <p:nvPr>
            <p:ph idx="1"/>
          </p:nvPr>
        </p:nvSpPr>
        <p:spPr>
          <a:xfrm>
            <a:off x="634029" y="1508760"/>
            <a:ext cx="5652464" cy="4956048"/>
          </a:xfrm>
        </p:spPr>
        <p:txBody>
          <a:bodyPr>
            <a:normAutofit/>
          </a:bodyPr>
          <a:lstStyle/>
          <a:p>
            <a:pPr marL="0" indent="0">
              <a:buNone/>
            </a:pPr>
            <a:r>
              <a:rPr lang="en-US" sz="1800" dirty="0"/>
              <a:t>Product Owner</a:t>
            </a:r>
          </a:p>
          <a:p>
            <a:r>
              <a:rPr lang="en-US" sz="1200" dirty="0"/>
              <a:t>Represents  the customer &amp; business needs</a:t>
            </a:r>
          </a:p>
          <a:p>
            <a:r>
              <a:rPr lang="en-US" sz="1200" dirty="0"/>
              <a:t>Defines requirements from user stories</a:t>
            </a:r>
          </a:p>
          <a:p>
            <a:r>
              <a:rPr lang="en-US" sz="1200" dirty="0"/>
              <a:t>Ensures team gives maximum effort</a:t>
            </a:r>
          </a:p>
          <a:p>
            <a:pPr marL="0" indent="0">
              <a:buNone/>
            </a:pPr>
            <a:r>
              <a:rPr lang="en-US" sz="1800" dirty="0"/>
              <a:t>Scrum Master</a:t>
            </a:r>
          </a:p>
          <a:p>
            <a:r>
              <a:rPr lang="en-US" sz="1200" dirty="0"/>
              <a:t>Facilitates Scrum events</a:t>
            </a:r>
          </a:p>
          <a:p>
            <a:r>
              <a:rPr lang="en-US" sz="1200" dirty="0"/>
              <a:t>Removes obstacles </a:t>
            </a:r>
          </a:p>
          <a:p>
            <a:r>
              <a:rPr lang="en-US" sz="1200" dirty="0"/>
              <a:t>Teaches the team about Agile practices</a:t>
            </a:r>
          </a:p>
          <a:p>
            <a:pPr marL="0" indent="0">
              <a:buNone/>
            </a:pPr>
            <a:r>
              <a:rPr lang="en-US" sz="1800" dirty="0"/>
              <a:t>Development Team </a:t>
            </a:r>
          </a:p>
          <a:p>
            <a:r>
              <a:rPr lang="en-US" sz="1200" dirty="0"/>
              <a:t>Developers &amp; Testers</a:t>
            </a:r>
          </a:p>
          <a:p>
            <a:r>
              <a:rPr lang="en-US" sz="1200" dirty="0"/>
              <a:t>Responsible for building and test the product</a:t>
            </a:r>
          </a:p>
          <a:p>
            <a:endParaRPr lang="en-US" sz="1200" dirty="0"/>
          </a:p>
          <a:p>
            <a:pPr marL="0" indent="0">
              <a:buNone/>
            </a:pPr>
            <a:endParaRPr lang="en-US" dirty="0"/>
          </a:p>
        </p:txBody>
      </p:sp>
      <p:pic>
        <p:nvPicPr>
          <p:cNvPr id="9" name="Picture Placeholder 8">
            <a:extLst>
              <a:ext uri="{FF2B5EF4-FFF2-40B4-BE49-F238E27FC236}">
                <a16:creationId xmlns:a16="http://schemas.microsoft.com/office/drawing/2014/main" id="{533EE43A-F9E5-CFD6-E4A0-B6E6589BE3A8}"/>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21899" r="21899"/>
          <a:stretch>
            <a:fillRect/>
          </a:stretch>
        </p:blipFill>
        <p:spPr>
          <a:xfrm>
            <a:off x="6720839" y="630936"/>
            <a:ext cx="4837125" cy="5592064"/>
          </a:xfrm>
          <a:prstGeom prst="rect">
            <a:avLst/>
          </a:prstGeom>
          <a:blipFill dpi="0" rotWithShape="1">
            <a:blip r:embed="rId4">
              <a:alphaModFix amt="60000"/>
            </a:blip>
            <a:srcRect/>
            <a:stretch>
              <a:fillRect l="-40" r="-40"/>
            </a:stretch>
          </a:blipFill>
        </p:spPr>
      </p:pic>
    </p:spTree>
    <p:extLst>
      <p:ext uri="{BB962C8B-B14F-4D97-AF65-F5344CB8AC3E}">
        <p14:creationId xmlns:p14="http://schemas.microsoft.com/office/powerpoint/2010/main" val="3664579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771F3-28E2-A057-15BB-9EA624F9B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9B7E7-2074-793B-50BE-FB60FDD20F87}"/>
              </a:ext>
            </a:extLst>
          </p:cNvPr>
          <p:cNvSpPr>
            <a:spLocks noGrp="1"/>
          </p:cNvSpPr>
          <p:nvPr>
            <p:ph type="title"/>
          </p:nvPr>
        </p:nvSpPr>
        <p:spPr>
          <a:xfrm>
            <a:off x="634029" y="297626"/>
            <a:ext cx="5976321" cy="1037398"/>
          </a:xfrm>
        </p:spPr>
        <p:txBody>
          <a:bodyPr/>
          <a:lstStyle/>
          <a:p>
            <a:r>
              <a:rPr lang="en-US" dirty="0"/>
              <a:t>Agile Phases</a:t>
            </a:r>
          </a:p>
        </p:txBody>
      </p:sp>
      <p:sp>
        <p:nvSpPr>
          <p:cNvPr id="3" name="Content Placeholder 2">
            <a:extLst>
              <a:ext uri="{FF2B5EF4-FFF2-40B4-BE49-F238E27FC236}">
                <a16:creationId xmlns:a16="http://schemas.microsoft.com/office/drawing/2014/main" id="{58F84E67-D584-E79E-2143-78FEA2DC24CE}"/>
              </a:ext>
            </a:extLst>
          </p:cNvPr>
          <p:cNvSpPr>
            <a:spLocks noGrp="1"/>
          </p:cNvSpPr>
          <p:nvPr>
            <p:ph idx="1"/>
          </p:nvPr>
        </p:nvSpPr>
        <p:spPr>
          <a:xfrm>
            <a:off x="634029" y="4607218"/>
            <a:ext cx="5652464" cy="1615781"/>
          </a:xfrm>
        </p:spPr>
        <p:txBody>
          <a:bodyPr>
            <a:normAutofit/>
          </a:bodyPr>
          <a:lstStyle/>
          <a:p>
            <a:pPr marL="0" indent="0">
              <a:buNone/>
            </a:pPr>
            <a:endParaRPr lang="en-US" sz="1200" dirty="0"/>
          </a:p>
          <a:p>
            <a:pPr marL="0" indent="0">
              <a:buNone/>
            </a:pPr>
            <a:endParaRPr lang="en-US" dirty="0"/>
          </a:p>
        </p:txBody>
      </p:sp>
      <p:pic>
        <p:nvPicPr>
          <p:cNvPr id="7" name="Picture Placeholder 6">
            <a:extLst>
              <a:ext uri="{FF2B5EF4-FFF2-40B4-BE49-F238E27FC236}">
                <a16:creationId xmlns:a16="http://schemas.microsoft.com/office/drawing/2014/main" id="{7153A17C-C7EA-9989-4B1E-16095C835D1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21899" r="21899"/>
          <a:stretch>
            <a:fillRect/>
          </a:stretch>
        </p:blipFill>
        <p:spPr>
          <a:prstGeom prst="rect">
            <a:avLst/>
          </a:prstGeom>
          <a:blipFill dpi="0" rotWithShape="1">
            <a:blip r:embed="rId4">
              <a:alphaModFix amt="60000"/>
            </a:blip>
            <a:srcRect/>
            <a:stretch>
              <a:fillRect l="-40" r="-40"/>
            </a:stretch>
          </a:blipFill>
        </p:spPr>
      </p:pic>
      <p:sp>
        <p:nvSpPr>
          <p:cNvPr id="10" name="TextBox 9">
            <a:extLst>
              <a:ext uri="{FF2B5EF4-FFF2-40B4-BE49-F238E27FC236}">
                <a16:creationId xmlns:a16="http://schemas.microsoft.com/office/drawing/2014/main" id="{08001D85-AF38-E625-47E4-68DCB82D910A}"/>
              </a:ext>
            </a:extLst>
          </p:cNvPr>
          <p:cNvSpPr txBox="1"/>
          <p:nvPr/>
        </p:nvSpPr>
        <p:spPr>
          <a:xfrm>
            <a:off x="634029" y="1335024"/>
            <a:ext cx="4511235" cy="4524315"/>
          </a:xfrm>
          <a:prstGeom prst="rect">
            <a:avLst/>
          </a:prstGeom>
          <a:noFill/>
        </p:spPr>
        <p:txBody>
          <a:bodyPr wrap="none" rtlCol="0">
            <a:spAutoFit/>
          </a:bodyPr>
          <a:lstStyle/>
          <a:p>
            <a:r>
              <a:rPr lang="en-US" dirty="0"/>
              <a:t>Agile typical phases:</a:t>
            </a:r>
          </a:p>
          <a:p>
            <a:pPr marL="342900" indent="-342900">
              <a:buFont typeface="+mj-lt"/>
              <a:buAutoNum type="arabicPeriod"/>
            </a:pPr>
            <a:r>
              <a:rPr lang="en-US" dirty="0"/>
              <a:t>Requirements</a:t>
            </a:r>
          </a:p>
          <a:p>
            <a:pPr marL="800100" lvl="1" indent="-342900">
              <a:buFont typeface="Arial" panose="020B0604020202020204" pitchFamily="34" charset="0"/>
              <a:buChar char="•"/>
            </a:pPr>
            <a:r>
              <a:rPr lang="en-US" sz="1400" dirty="0"/>
              <a:t>User stories</a:t>
            </a:r>
          </a:p>
          <a:p>
            <a:pPr marL="800100" lvl="1" indent="-342900">
              <a:buFont typeface="Arial" panose="020B0604020202020204" pitchFamily="34" charset="0"/>
              <a:buChar char="•"/>
            </a:pPr>
            <a:r>
              <a:rPr lang="en-US" sz="1400" dirty="0"/>
              <a:t>Customer’s needs</a:t>
            </a:r>
          </a:p>
          <a:p>
            <a:pPr marL="342900" indent="-342900">
              <a:buFont typeface="+mj-lt"/>
              <a:buAutoNum type="arabicPeriod"/>
            </a:pPr>
            <a:r>
              <a:rPr lang="en-US" dirty="0"/>
              <a:t>Design</a:t>
            </a:r>
          </a:p>
          <a:p>
            <a:pPr marL="800100" lvl="1" indent="-342900">
              <a:buFont typeface="Arial" panose="020B0604020202020204" pitchFamily="34" charset="0"/>
              <a:buChar char="•"/>
            </a:pPr>
            <a:r>
              <a:rPr lang="en-US" sz="1400" dirty="0"/>
              <a:t>Features are designed</a:t>
            </a:r>
          </a:p>
          <a:p>
            <a:pPr marL="342900" indent="-342900">
              <a:buFont typeface="+mj-lt"/>
              <a:buAutoNum type="arabicPeriod"/>
            </a:pPr>
            <a:r>
              <a:rPr lang="en-US" dirty="0"/>
              <a:t>Development</a:t>
            </a:r>
          </a:p>
          <a:p>
            <a:pPr marL="800100" lvl="1" indent="-342900">
              <a:buFont typeface="Arial" panose="020B0604020202020204" pitchFamily="34" charset="0"/>
              <a:buChar char="•"/>
            </a:pPr>
            <a:r>
              <a:rPr lang="en-US" sz="1400" dirty="0"/>
              <a:t>Features are created</a:t>
            </a:r>
          </a:p>
          <a:p>
            <a:pPr marL="342900" indent="-342900">
              <a:buFont typeface="+mj-lt"/>
              <a:buAutoNum type="arabicPeriod"/>
            </a:pPr>
            <a:r>
              <a:rPr lang="en-US" dirty="0"/>
              <a:t>Testing</a:t>
            </a:r>
          </a:p>
          <a:p>
            <a:pPr marL="800100" lvl="1" indent="-342900">
              <a:buFont typeface="Arial" panose="020B0604020202020204" pitchFamily="34" charset="0"/>
              <a:buChar char="•"/>
            </a:pPr>
            <a:r>
              <a:rPr lang="en-US" sz="1400" dirty="0"/>
              <a:t>Continuous testing</a:t>
            </a:r>
          </a:p>
          <a:p>
            <a:pPr marL="800100" lvl="1" indent="-342900">
              <a:buFont typeface="Arial" panose="020B0604020202020204" pitchFamily="34" charset="0"/>
              <a:buChar char="•"/>
            </a:pPr>
            <a:r>
              <a:rPr lang="en-US" sz="1400" dirty="0"/>
              <a:t>Issues are fixed quickly</a:t>
            </a:r>
          </a:p>
          <a:p>
            <a:pPr marL="342900" indent="-342900">
              <a:buFont typeface="+mj-lt"/>
              <a:buAutoNum type="arabicPeriod"/>
            </a:pPr>
            <a:r>
              <a:rPr lang="en-US" dirty="0"/>
              <a:t>Deployment</a:t>
            </a:r>
          </a:p>
          <a:p>
            <a:pPr marL="800100" lvl="1" indent="-342900">
              <a:buFont typeface="Arial" panose="020B0604020202020204" pitchFamily="34" charset="0"/>
              <a:buChar char="•"/>
            </a:pPr>
            <a:r>
              <a:rPr lang="en-US" sz="1400" dirty="0"/>
              <a:t>Working software is released frequently</a:t>
            </a:r>
          </a:p>
          <a:p>
            <a:pPr marL="342900" indent="-342900">
              <a:buFont typeface="+mj-lt"/>
              <a:buAutoNum type="arabicPeriod"/>
            </a:pPr>
            <a:r>
              <a:rPr lang="en-US" dirty="0"/>
              <a:t>Review</a:t>
            </a:r>
          </a:p>
          <a:p>
            <a:pPr marL="800100" lvl="1" indent="-342900">
              <a:buFont typeface="Arial" panose="020B0604020202020204" pitchFamily="34" charset="0"/>
              <a:buChar char="•"/>
            </a:pPr>
            <a:r>
              <a:rPr lang="en-US" sz="1400" dirty="0"/>
              <a:t>Teams review completed work</a:t>
            </a:r>
          </a:p>
          <a:p>
            <a:pPr marL="800100" lvl="1" indent="-342900">
              <a:buFont typeface="Arial" panose="020B0604020202020204" pitchFamily="34" charset="0"/>
              <a:buChar char="•"/>
            </a:pPr>
            <a:r>
              <a:rPr lang="en-US" sz="1400" dirty="0"/>
              <a:t>Learn from previous problems for future sprints</a:t>
            </a:r>
          </a:p>
          <a:p>
            <a:endParaRPr lang="en-US" dirty="0"/>
          </a:p>
          <a:p>
            <a:pPr marL="800100" lvl="1" indent="-342900">
              <a:buFont typeface="Arial" panose="020B0604020202020204" pitchFamily="34" charset="0"/>
              <a:buChar char="•"/>
            </a:pPr>
            <a:endParaRPr lang="en-US" dirty="0"/>
          </a:p>
        </p:txBody>
      </p:sp>
    </p:spTree>
    <p:extLst>
      <p:ext uri="{BB962C8B-B14F-4D97-AF65-F5344CB8AC3E}">
        <p14:creationId xmlns:p14="http://schemas.microsoft.com/office/powerpoint/2010/main" val="2413501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5EF2F27-359F-51D5-E1E7-021557FBB55E}"/>
              </a:ext>
            </a:extLst>
          </p:cNvPr>
          <p:cNvSpPr txBox="1">
            <a:spLocks/>
          </p:cNvSpPr>
          <p:nvPr/>
        </p:nvSpPr>
        <p:spPr>
          <a:xfrm>
            <a:off x="588035" y="369477"/>
            <a:ext cx="4907235" cy="1037398"/>
          </a:xfrm>
          <a:prstGeom prst="rect">
            <a:avLst/>
          </a:prstGeom>
        </p:spPr>
        <p:txBody>
          <a:bodyPr vert="horz" lIns="91440" tIns="45720" rIns="91440" bIns="45720" rtlCol="0" anchor="b">
            <a:normAutofit fontScale="70000" lnSpcReduction="20000"/>
          </a:bodyPr>
          <a:lstStyle>
            <a:lvl1pPr algn="l" defTabSz="914400" rtl="0" eaLnBrk="1" latinLnBrk="0" hangingPunct="1">
              <a:lnSpc>
                <a:spcPct val="90000"/>
              </a:lnSpc>
              <a:spcBef>
                <a:spcPct val="0"/>
              </a:spcBef>
              <a:buNone/>
              <a:defRPr sz="6000" b="1" u="sng" kern="1200" cap="all" baseline="0">
                <a:solidFill>
                  <a:schemeClr val="accent1"/>
                </a:solidFill>
                <a:latin typeface="+mj-lt"/>
                <a:ea typeface="+mj-ea"/>
                <a:cs typeface="+mj-cs"/>
              </a:defRPr>
            </a:lvl1pPr>
          </a:lstStyle>
          <a:p>
            <a:r>
              <a:rPr lang="en-US" dirty="0"/>
              <a:t>The waterfall model</a:t>
            </a:r>
          </a:p>
        </p:txBody>
      </p:sp>
      <p:sp>
        <p:nvSpPr>
          <p:cNvPr id="4" name="TextBox 3">
            <a:extLst>
              <a:ext uri="{FF2B5EF4-FFF2-40B4-BE49-F238E27FC236}">
                <a16:creationId xmlns:a16="http://schemas.microsoft.com/office/drawing/2014/main" id="{5F92E563-2E9B-4A3D-B38A-302CA55F7DD2}"/>
              </a:ext>
            </a:extLst>
          </p:cNvPr>
          <p:cNvSpPr txBox="1"/>
          <p:nvPr/>
        </p:nvSpPr>
        <p:spPr>
          <a:xfrm>
            <a:off x="6953250" y="1406875"/>
            <a:ext cx="2555380" cy="2031325"/>
          </a:xfrm>
          <a:prstGeom prst="rect">
            <a:avLst/>
          </a:prstGeom>
          <a:noFill/>
        </p:spPr>
        <p:txBody>
          <a:bodyPr wrap="none" rtlCol="0">
            <a:spAutoFit/>
          </a:bodyPr>
          <a:lstStyle/>
          <a:p>
            <a:r>
              <a:rPr lang="en-US" dirty="0">
                <a:solidFill>
                  <a:schemeClr val="bg1"/>
                </a:solidFill>
              </a:rPr>
              <a:t>Waterfall typical phases:</a:t>
            </a:r>
          </a:p>
          <a:p>
            <a:pPr marL="342900" indent="-342900">
              <a:buFont typeface="+mj-lt"/>
              <a:buAutoNum type="arabicPeriod"/>
            </a:pPr>
            <a:r>
              <a:rPr lang="en-US" dirty="0">
                <a:solidFill>
                  <a:schemeClr val="bg1"/>
                </a:solidFill>
              </a:rPr>
              <a:t>Requirements</a:t>
            </a:r>
          </a:p>
          <a:p>
            <a:pPr marL="342900" indent="-342900">
              <a:buFont typeface="+mj-lt"/>
              <a:buAutoNum type="arabicPeriod"/>
            </a:pPr>
            <a:r>
              <a:rPr lang="en-US" dirty="0">
                <a:solidFill>
                  <a:schemeClr val="bg1"/>
                </a:solidFill>
              </a:rPr>
              <a:t>Design</a:t>
            </a:r>
          </a:p>
          <a:p>
            <a:pPr marL="342900" indent="-342900">
              <a:buFont typeface="+mj-lt"/>
              <a:buAutoNum type="arabicPeriod"/>
            </a:pPr>
            <a:r>
              <a:rPr lang="en-US" dirty="0">
                <a:solidFill>
                  <a:schemeClr val="bg1"/>
                </a:solidFill>
              </a:rPr>
              <a:t>Development</a:t>
            </a:r>
          </a:p>
          <a:p>
            <a:pPr marL="342900" indent="-342900">
              <a:buFont typeface="+mj-lt"/>
              <a:buAutoNum type="arabicPeriod"/>
            </a:pPr>
            <a:r>
              <a:rPr lang="en-US" dirty="0">
                <a:solidFill>
                  <a:schemeClr val="bg1"/>
                </a:solidFill>
              </a:rPr>
              <a:t>Testing</a:t>
            </a:r>
          </a:p>
          <a:p>
            <a:pPr marL="342900" indent="-342900">
              <a:buFont typeface="+mj-lt"/>
              <a:buAutoNum type="arabicPeriod"/>
            </a:pPr>
            <a:r>
              <a:rPr lang="en-US" dirty="0">
                <a:solidFill>
                  <a:schemeClr val="bg1"/>
                </a:solidFill>
              </a:rPr>
              <a:t>Deployment</a:t>
            </a:r>
          </a:p>
          <a:p>
            <a:pPr marL="342900" indent="-342900">
              <a:buFont typeface="+mj-lt"/>
              <a:buAutoNum type="arabicPeriod"/>
            </a:pPr>
            <a:r>
              <a:rPr lang="en-US" dirty="0">
                <a:solidFill>
                  <a:schemeClr val="bg1"/>
                </a:solidFill>
              </a:rPr>
              <a:t>Maintenance </a:t>
            </a:r>
          </a:p>
        </p:txBody>
      </p:sp>
      <p:sp>
        <p:nvSpPr>
          <p:cNvPr id="5" name="TextBox 4">
            <a:extLst>
              <a:ext uri="{FF2B5EF4-FFF2-40B4-BE49-F238E27FC236}">
                <a16:creationId xmlns:a16="http://schemas.microsoft.com/office/drawing/2014/main" id="{2AB2ADE1-A8B0-6A26-E2C4-58685D3C2258}"/>
              </a:ext>
            </a:extLst>
          </p:cNvPr>
          <p:cNvSpPr txBox="1"/>
          <p:nvPr/>
        </p:nvSpPr>
        <p:spPr>
          <a:xfrm>
            <a:off x="588035" y="2012900"/>
            <a:ext cx="5622265" cy="2308324"/>
          </a:xfrm>
          <a:prstGeom prst="rect">
            <a:avLst/>
          </a:prstGeom>
          <a:noFill/>
        </p:spPr>
        <p:txBody>
          <a:bodyPr wrap="square" rtlCol="0">
            <a:spAutoFit/>
          </a:bodyPr>
          <a:lstStyle/>
          <a:p>
            <a:r>
              <a:rPr lang="en-US" sz="2400" dirty="0">
                <a:solidFill>
                  <a:schemeClr val="bg1"/>
                </a:solidFill>
              </a:rPr>
              <a:t>Characteristics</a:t>
            </a:r>
          </a:p>
          <a:p>
            <a:pPr marL="285750" indent="-285750">
              <a:buFont typeface="Arial" panose="020B0604020202020204" pitchFamily="34" charset="0"/>
              <a:buChar char="•"/>
            </a:pPr>
            <a:r>
              <a:rPr lang="en-US" sz="2400" dirty="0">
                <a:solidFill>
                  <a:schemeClr val="bg1"/>
                </a:solidFill>
              </a:rPr>
              <a:t>Sequential process</a:t>
            </a:r>
          </a:p>
          <a:p>
            <a:pPr marL="285750" indent="-285750">
              <a:buFont typeface="Arial" panose="020B0604020202020204" pitchFamily="34" charset="0"/>
              <a:buChar char="•"/>
            </a:pPr>
            <a:r>
              <a:rPr lang="en-US" sz="2400" dirty="0">
                <a:solidFill>
                  <a:schemeClr val="bg1"/>
                </a:solidFill>
              </a:rPr>
              <a:t>Requirements are defined early</a:t>
            </a:r>
          </a:p>
          <a:p>
            <a:pPr marL="285750" indent="-285750">
              <a:buFont typeface="Arial" panose="020B0604020202020204" pitchFamily="34" charset="0"/>
              <a:buChar char="•"/>
            </a:pPr>
            <a:r>
              <a:rPr lang="en-US" sz="2400" dirty="0">
                <a:solidFill>
                  <a:schemeClr val="bg1"/>
                </a:solidFill>
              </a:rPr>
              <a:t>Limited customer involvement after planning phase 1 and 2</a:t>
            </a:r>
          </a:p>
          <a:p>
            <a:pPr marL="285750" indent="-285750">
              <a:buFont typeface="Arial" panose="020B0604020202020204" pitchFamily="34" charset="0"/>
              <a:buChar char="•"/>
            </a:pPr>
            <a:r>
              <a:rPr lang="en-US" sz="2400" dirty="0">
                <a:solidFill>
                  <a:schemeClr val="bg1"/>
                </a:solidFill>
              </a:rPr>
              <a:t>Changes are difficult and costly</a:t>
            </a:r>
          </a:p>
        </p:txBody>
      </p:sp>
      <p:pic>
        <p:nvPicPr>
          <p:cNvPr id="7" name="Picture 6">
            <a:extLst>
              <a:ext uri="{FF2B5EF4-FFF2-40B4-BE49-F238E27FC236}">
                <a16:creationId xmlns:a16="http://schemas.microsoft.com/office/drawing/2014/main" id="{E1998167-DEC4-5728-A011-94514D82CA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209924"/>
            <a:ext cx="6343650" cy="3571875"/>
          </a:xfrm>
          <a:prstGeom prst="rect">
            <a:avLst/>
          </a:prstGeom>
        </p:spPr>
      </p:pic>
    </p:spTree>
    <p:extLst>
      <p:ext uri="{BB962C8B-B14F-4D97-AF65-F5344CB8AC3E}">
        <p14:creationId xmlns:p14="http://schemas.microsoft.com/office/powerpoint/2010/main" val="1751885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85B21-2D37-DF98-FBE9-0DE6ABFDC00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012C6A6-F73B-8A14-318F-633D559E2597}"/>
              </a:ext>
            </a:extLst>
          </p:cNvPr>
          <p:cNvSpPr txBox="1">
            <a:spLocks/>
          </p:cNvSpPr>
          <p:nvPr/>
        </p:nvSpPr>
        <p:spPr>
          <a:xfrm>
            <a:off x="634029" y="297626"/>
            <a:ext cx="5776296" cy="1037398"/>
          </a:xfrm>
          <a:prstGeom prst="rect">
            <a:avLst/>
          </a:prstGeom>
        </p:spPr>
        <p:txBody>
          <a:bodyPr vert="horz" lIns="91440" tIns="45720" rIns="91440" bIns="45720" rtlCol="0" anchor="b">
            <a:normAutofit fontScale="70000" lnSpcReduction="20000"/>
          </a:bodyPr>
          <a:lstStyle>
            <a:lvl1pPr algn="l" defTabSz="914400" rtl="0" eaLnBrk="1" latinLnBrk="0" hangingPunct="1">
              <a:lnSpc>
                <a:spcPct val="90000"/>
              </a:lnSpc>
              <a:spcBef>
                <a:spcPct val="0"/>
              </a:spcBef>
              <a:buNone/>
              <a:defRPr sz="6000" b="1" u="sng" kern="1200" cap="all" baseline="0">
                <a:solidFill>
                  <a:schemeClr val="accent1"/>
                </a:solidFill>
                <a:latin typeface="+mj-lt"/>
                <a:ea typeface="+mj-ea"/>
                <a:cs typeface="+mj-cs"/>
              </a:defRPr>
            </a:lvl1pPr>
          </a:lstStyle>
          <a:p>
            <a:r>
              <a:rPr lang="en-US" dirty="0"/>
              <a:t>Waterfall vs. Agile</a:t>
            </a:r>
          </a:p>
        </p:txBody>
      </p:sp>
      <p:sp>
        <p:nvSpPr>
          <p:cNvPr id="2" name="TextBox 1">
            <a:extLst>
              <a:ext uri="{FF2B5EF4-FFF2-40B4-BE49-F238E27FC236}">
                <a16:creationId xmlns:a16="http://schemas.microsoft.com/office/drawing/2014/main" id="{91452B9D-BACB-6FA6-E724-46712C30220F}"/>
              </a:ext>
            </a:extLst>
          </p:cNvPr>
          <p:cNvSpPr txBox="1"/>
          <p:nvPr/>
        </p:nvSpPr>
        <p:spPr>
          <a:xfrm>
            <a:off x="1007576" y="1510784"/>
            <a:ext cx="4021623" cy="523220"/>
          </a:xfrm>
          <a:prstGeom prst="rect">
            <a:avLst/>
          </a:prstGeom>
          <a:noFill/>
        </p:spPr>
        <p:txBody>
          <a:bodyPr wrap="square" rtlCol="0">
            <a:spAutoFit/>
          </a:bodyPr>
          <a:lstStyle/>
          <a:p>
            <a:r>
              <a:rPr lang="en-US" sz="2800" dirty="0">
                <a:solidFill>
                  <a:schemeClr val="bg1"/>
                </a:solidFill>
              </a:rPr>
              <a:t>How to choose?</a:t>
            </a:r>
          </a:p>
        </p:txBody>
      </p:sp>
      <p:sp>
        <p:nvSpPr>
          <p:cNvPr id="4" name="TextBox 3">
            <a:extLst>
              <a:ext uri="{FF2B5EF4-FFF2-40B4-BE49-F238E27FC236}">
                <a16:creationId xmlns:a16="http://schemas.microsoft.com/office/drawing/2014/main" id="{E0418512-10EE-27F9-3DBE-B7D500BFE1D1}"/>
              </a:ext>
            </a:extLst>
          </p:cNvPr>
          <p:cNvSpPr txBox="1"/>
          <p:nvPr/>
        </p:nvSpPr>
        <p:spPr>
          <a:xfrm>
            <a:off x="923924" y="2628899"/>
            <a:ext cx="4105275" cy="3816429"/>
          </a:xfrm>
          <a:prstGeom prst="rect">
            <a:avLst/>
          </a:prstGeom>
          <a:noFill/>
        </p:spPr>
        <p:txBody>
          <a:bodyPr wrap="square" rtlCol="0">
            <a:spAutoFit/>
          </a:bodyPr>
          <a:lstStyle/>
          <a:p>
            <a:r>
              <a:rPr lang="en-US" sz="2200" dirty="0">
                <a:solidFill>
                  <a:schemeClr val="bg1"/>
                </a:solidFill>
              </a:rPr>
              <a:t>Waterfall:</a:t>
            </a:r>
          </a:p>
          <a:p>
            <a:pPr marL="342900" indent="-342900">
              <a:buFont typeface="Arial" panose="020B0604020202020204" pitchFamily="34" charset="0"/>
              <a:buChar char="•"/>
            </a:pPr>
            <a:r>
              <a:rPr lang="en-US" sz="2200" dirty="0">
                <a:solidFill>
                  <a:schemeClr val="bg1"/>
                </a:solidFill>
              </a:rPr>
              <a:t>Resists change</a:t>
            </a:r>
          </a:p>
          <a:p>
            <a:pPr marL="285750" indent="-285750">
              <a:buFont typeface="Arial" panose="020B0604020202020204" pitchFamily="34" charset="0"/>
              <a:buChar char="•"/>
            </a:pPr>
            <a:r>
              <a:rPr lang="en-US" sz="2200" dirty="0">
                <a:solidFill>
                  <a:schemeClr val="bg1"/>
                </a:solidFill>
              </a:rPr>
              <a:t>Requirements are clearly defined</a:t>
            </a:r>
          </a:p>
          <a:p>
            <a:pPr marL="285750" indent="-285750">
              <a:buFont typeface="Arial" panose="020B0604020202020204" pitchFamily="34" charset="0"/>
              <a:buChar char="•"/>
            </a:pPr>
            <a:r>
              <a:rPr lang="en-US" sz="2200" dirty="0">
                <a:solidFill>
                  <a:schemeClr val="bg1"/>
                </a:solidFill>
              </a:rPr>
              <a:t>Scope of project is unlikely to change</a:t>
            </a:r>
          </a:p>
          <a:p>
            <a:pPr marL="285750" indent="-285750">
              <a:buFont typeface="Arial" panose="020B0604020202020204" pitchFamily="34" charset="0"/>
              <a:buChar char="•"/>
            </a:pPr>
            <a:r>
              <a:rPr lang="en-US" sz="2200" dirty="0">
                <a:solidFill>
                  <a:schemeClr val="bg1"/>
                </a:solidFill>
              </a:rPr>
              <a:t>Regulatory documentation is required</a:t>
            </a:r>
          </a:p>
          <a:p>
            <a:pPr marL="285750" indent="-285750">
              <a:buFont typeface="Arial" panose="020B0604020202020204" pitchFamily="34" charset="0"/>
              <a:buChar char="•"/>
            </a:pPr>
            <a:r>
              <a:rPr lang="en-US" sz="2200" dirty="0">
                <a:solidFill>
                  <a:schemeClr val="bg1"/>
                </a:solidFill>
              </a:rPr>
              <a:t>Predictability &gt; Flexibility </a:t>
            </a:r>
          </a:p>
          <a:p>
            <a:pPr marL="285750" indent="-285750">
              <a:buFont typeface="Arial" panose="020B0604020202020204" pitchFamily="34" charset="0"/>
              <a:buChar char="•"/>
            </a:pPr>
            <a:endParaRPr lang="en-US" sz="2200" dirty="0">
              <a:solidFill>
                <a:schemeClr val="bg1"/>
              </a:solidFill>
            </a:endParaRPr>
          </a:p>
          <a:p>
            <a:endParaRPr lang="en-US" sz="2200" dirty="0">
              <a:solidFill>
                <a:schemeClr val="bg1"/>
              </a:solidFill>
            </a:endParaRPr>
          </a:p>
        </p:txBody>
      </p:sp>
      <p:sp>
        <p:nvSpPr>
          <p:cNvPr id="5" name="TextBox 4">
            <a:extLst>
              <a:ext uri="{FF2B5EF4-FFF2-40B4-BE49-F238E27FC236}">
                <a16:creationId xmlns:a16="http://schemas.microsoft.com/office/drawing/2014/main" id="{9135819D-70A3-90DA-28FE-20FF5F3B9E97}"/>
              </a:ext>
            </a:extLst>
          </p:cNvPr>
          <p:cNvSpPr txBox="1"/>
          <p:nvPr/>
        </p:nvSpPr>
        <p:spPr>
          <a:xfrm>
            <a:off x="5781674" y="2628899"/>
            <a:ext cx="4391026" cy="3631763"/>
          </a:xfrm>
          <a:prstGeom prst="rect">
            <a:avLst/>
          </a:prstGeom>
          <a:noFill/>
        </p:spPr>
        <p:txBody>
          <a:bodyPr wrap="square" rtlCol="0">
            <a:spAutoFit/>
          </a:bodyPr>
          <a:lstStyle/>
          <a:p>
            <a:r>
              <a:rPr lang="en-US" sz="2200" dirty="0">
                <a:solidFill>
                  <a:schemeClr val="bg1"/>
                </a:solidFill>
              </a:rPr>
              <a:t>Agile:</a:t>
            </a:r>
          </a:p>
          <a:p>
            <a:pPr marL="342900" indent="-342900">
              <a:buFont typeface="Arial" panose="020B0604020202020204" pitchFamily="34" charset="0"/>
              <a:buChar char="•"/>
            </a:pPr>
            <a:r>
              <a:rPr lang="en-US" sz="2200" dirty="0">
                <a:solidFill>
                  <a:schemeClr val="bg1"/>
                </a:solidFill>
              </a:rPr>
              <a:t>Welcomes change</a:t>
            </a:r>
          </a:p>
          <a:p>
            <a:pPr marL="285750" indent="-285750">
              <a:buFont typeface="Arial" panose="020B0604020202020204" pitchFamily="34" charset="0"/>
              <a:buChar char="•"/>
            </a:pPr>
            <a:r>
              <a:rPr lang="en-US" sz="2200" dirty="0">
                <a:solidFill>
                  <a:schemeClr val="bg1"/>
                </a:solidFill>
              </a:rPr>
              <a:t>Requirements may change</a:t>
            </a:r>
          </a:p>
          <a:p>
            <a:pPr marL="285750" indent="-285750">
              <a:buFont typeface="Arial" panose="020B0604020202020204" pitchFamily="34" charset="0"/>
              <a:buChar char="•"/>
            </a:pPr>
            <a:r>
              <a:rPr lang="en-US" sz="2200" dirty="0">
                <a:solidFill>
                  <a:schemeClr val="bg1"/>
                </a:solidFill>
              </a:rPr>
              <a:t>Frequent customer feedback is necessary </a:t>
            </a:r>
          </a:p>
          <a:p>
            <a:pPr marL="285750" indent="-285750">
              <a:buFont typeface="Arial" panose="020B0604020202020204" pitchFamily="34" charset="0"/>
              <a:buChar char="•"/>
            </a:pPr>
            <a:r>
              <a:rPr lang="en-US" sz="2200" dirty="0">
                <a:solidFill>
                  <a:schemeClr val="bg1"/>
                </a:solidFill>
              </a:rPr>
              <a:t>Speedy development</a:t>
            </a:r>
          </a:p>
          <a:p>
            <a:pPr marL="285750" indent="-285750">
              <a:buFont typeface="Arial" panose="020B0604020202020204" pitchFamily="34" charset="0"/>
              <a:buChar char="•"/>
            </a:pPr>
            <a:r>
              <a:rPr lang="en-US" sz="2200" dirty="0">
                <a:solidFill>
                  <a:schemeClr val="bg1"/>
                </a:solidFill>
              </a:rPr>
              <a:t>Flexibility and innovation are priorities</a:t>
            </a:r>
          </a:p>
          <a:p>
            <a:pPr marL="285750" indent="-285750">
              <a:buFont typeface="Arial" panose="020B0604020202020204" pitchFamily="34" charset="0"/>
              <a:buChar char="•"/>
            </a:pPr>
            <a:endParaRPr lang="en-US" dirty="0">
              <a:solidFill>
                <a:schemeClr val="bg1"/>
              </a:solidFill>
            </a:endParaRPr>
          </a:p>
          <a:p>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2412134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87EA-8BB3-79C6-656A-1A8ABD658D7E}"/>
              </a:ext>
            </a:extLst>
          </p:cNvPr>
          <p:cNvSpPr>
            <a:spLocks noGrp="1"/>
          </p:cNvSpPr>
          <p:nvPr>
            <p:ph type="title"/>
          </p:nvPr>
        </p:nvSpPr>
        <p:spPr>
          <a:xfrm>
            <a:off x="420625" y="408431"/>
            <a:ext cx="5093156" cy="1112153"/>
          </a:xfrm>
        </p:spPr>
        <p:txBody>
          <a:bodyPr/>
          <a:lstStyle/>
          <a:p>
            <a:r>
              <a:rPr lang="en-US" dirty="0"/>
              <a:t>References</a:t>
            </a:r>
          </a:p>
        </p:txBody>
      </p:sp>
      <p:sp>
        <p:nvSpPr>
          <p:cNvPr id="3" name="Subtitle 2">
            <a:extLst>
              <a:ext uri="{FF2B5EF4-FFF2-40B4-BE49-F238E27FC236}">
                <a16:creationId xmlns:a16="http://schemas.microsoft.com/office/drawing/2014/main" id="{E61DF94A-DA27-1E29-408E-F5360E814FB0}"/>
              </a:ext>
            </a:extLst>
          </p:cNvPr>
          <p:cNvSpPr>
            <a:spLocks noGrp="1"/>
          </p:cNvSpPr>
          <p:nvPr>
            <p:ph sz="quarter" idx="14"/>
          </p:nvPr>
        </p:nvSpPr>
        <p:spPr>
          <a:xfrm>
            <a:off x="725397" y="1947550"/>
            <a:ext cx="8818653" cy="3726809"/>
          </a:xfrm>
        </p:spPr>
        <p:txBody>
          <a:bodyPr>
            <a:normAutofit/>
          </a:bodyPr>
          <a:lstStyle/>
          <a:p>
            <a:r>
              <a:rPr lang="en-US" dirty="0"/>
              <a:t>Atlassian. (2025a). </a:t>
            </a:r>
            <a:r>
              <a:rPr lang="en-US" i="1" dirty="0"/>
              <a:t>Agile Best Practices and Tutorials</a:t>
            </a:r>
            <a:r>
              <a:rPr lang="en-US" dirty="0"/>
              <a:t>. Atlassian. https://www.atlassian.com/agile</a:t>
            </a:r>
          </a:p>
          <a:p>
            <a:r>
              <a:rPr lang="en-US" dirty="0"/>
              <a:t>Atlassian. (2025b). </a:t>
            </a:r>
            <a:r>
              <a:rPr lang="en-US" i="1" dirty="0"/>
              <a:t>Waterfall Methodology for Project Management</a:t>
            </a:r>
            <a:r>
              <a:rPr lang="en-US" dirty="0"/>
              <a:t>. Atlassian. https://www.atlassian.com/agile/project-management/waterfall-methodology</a:t>
            </a:r>
          </a:p>
          <a:p>
            <a:r>
              <a:rPr lang="en-US" dirty="0"/>
              <a:t>Mackie, C. (2024, October 16). </a:t>
            </a:r>
            <a:r>
              <a:rPr lang="en-US" i="1" dirty="0"/>
              <a:t>The 3 Key Roles in an Agile Team</a:t>
            </a:r>
            <a:r>
              <a:rPr lang="en-US" dirty="0"/>
              <a:t>. Easyagile.com. </a:t>
            </a:r>
            <a:r>
              <a:rPr lang="en-US" dirty="0">
                <a:hlinkClick r:id="rId3"/>
              </a:rPr>
              <a:t>https://www.easyagile.com/blog/agile-team</a:t>
            </a:r>
            <a:endParaRPr lang="en-US" dirty="0"/>
          </a:p>
          <a:p>
            <a:r>
              <a:rPr lang="en-US" dirty="0"/>
              <a:t>Van der Hoek, J. (2021, October 11). </a:t>
            </a:r>
            <a:r>
              <a:rPr lang="en-US" i="1" dirty="0"/>
              <a:t>Agile Explained: The 5 Stages of the Agile Development Lifecycle</a:t>
            </a:r>
            <a:r>
              <a:rPr lang="en-US" dirty="0"/>
              <a:t>. </a:t>
            </a:r>
            <a:r>
              <a:rPr lang="en-US" dirty="0" err="1"/>
              <a:t>Mendix</a:t>
            </a:r>
            <a:r>
              <a:rPr lang="en-US" dirty="0"/>
              <a:t>. https://www.mendix.com/blog/agile-software-development-lifecycle-stages/</a:t>
            </a:r>
          </a:p>
          <a:p>
            <a:endParaRPr lang="en-US" dirty="0"/>
          </a:p>
        </p:txBody>
      </p:sp>
    </p:spTree>
    <p:extLst>
      <p:ext uri="{BB962C8B-B14F-4D97-AF65-F5344CB8AC3E}">
        <p14:creationId xmlns:p14="http://schemas.microsoft.com/office/powerpoint/2010/main" val="3272732094"/>
      </p:ext>
    </p:extLst>
  </p:cSld>
  <p:clrMapOvr>
    <a:masterClrMapping/>
  </p:clrMapOvr>
</p:sld>
</file>

<file path=ppt/theme/theme1.xml><?xml version="1.0" encoding="utf-8"?>
<a:theme xmlns:a="http://schemas.openxmlformats.org/drawingml/2006/main" name="BoldUnderlinesKeynote">
  <a:themeElements>
    <a:clrScheme name="NB - Keynote">
      <a:dk1>
        <a:srgbClr val="000000"/>
      </a:dk1>
      <a:lt1>
        <a:srgbClr val="FFFFFF"/>
      </a:lt1>
      <a:dk2>
        <a:srgbClr val="2C3932"/>
      </a:dk2>
      <a:lt2>
        <a:srgbClr val="FDF6EA"/>
      </a:lt2>
      <a:accent1>
        <a:srgbClr val="003A41"/>
      </a:accent1>
      <a:accent2>
        <a:srgbClr val="ECEBE3"/>
      </a:accent2>
      <a:accent3>
        <a:srgbClr val="400023"/>
      </a:accent3>
      <a:accent4>
        <a:srgbClr val="68989E"/>
      </a:accent4>
      <a:accent5>
        <a:srgbClr val="BFB360"/>
      </a:accent5>
      <a:accent6>
        <a:srgbClr val="BF6093"/>
      </a:accent6>
      <a:hlink>
        <a:srgbClr val="169C9A"/>
      </a:hlink>
      <a:folHlink>
        <a:srgbClr val="E15C3D"/>
      </a:folHlink>
    </a:clrScheme>
    <a:fontScheme name="Custom 9">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old underlines keynote presentation _win32_DN_v2" id="{E18D5B16-117C-46FD-8B97-39D77F728B32}" vid="{93298573-99F9-4CB3-90C8-DB41313B575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2.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782DA7-86C0-4A84-A860-11A1E6E3FB6B}">
  <ds:schemaRefs>
    <ds:schemaRef ds:uri="http://www.w3.org/XML/1998/namespace"/>
    <ds:schemaRef ds:uri="http://purl.org/dc/terms/"/>
    <ds:schemaRef ds:uri="http://schemas.openxmlformats.org/package/2006/metadata/core-properties"/>
    <ds:schemaRef ds:uri="http://purl.org/dc/elements/1.1/"/>
    <ds:schemaRef ds:uri="http://purl.org/dc/dcmitype/"/>
    <ds:schemaRef ds:uri="http://schemas.microsoft.com/sharepoint/v3"/>
    <ds:schemaRef ds:uri="http://schemas.microsoft.com/office/2006/documentManagement/types"/>
    <ds:schemaRef ds:uri="http://schemas.microsoft.com/office/infopath/2007/PartnerControls"/>
    <ds:schemaRef ds:uri="230e9df3-be65-4c73-a93b-d1236ebd677e"/>
    <ds:schemaRef ds:uri="16c05727-aa75-4e4a-9b5f-8a80a1165891"/>
    <ds:schemaRef ds:uri="71af3243-3dd4-4a8d-8c0d-dd76da1f02a5"/>
    <ds:schemaRef ds:uri="http://schemas.microsoft.com/office/2006/metadata/propertie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{053FCBBF-0ED8-4F14-85DC-0E44F5F545FB}e68b7f07-47f1-4c94-a1ca-e7d736a42cf8-TF86f18fb6-1448-4a46-9973-da86b5b4a1df94418399_win32</Template>
  <TotalTime>55</TotalTime>
  <Words>517</Words>
  <Application>Microsoft Office PowerPoint</Application>
  <PresentationFormat>Widescreen</PresentationFormat>
  <Paragraphs>77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Light</vt:lpstr>
      <vt:lpstr>Arial</vt:lpstr>
      <vt:lpstr>BoldUnderlinesKeynote</vt:lpstr>
      <vt:lpstr>Scrum-Agile Methodology</vt:lpstr>
      <vt:lpstr>Agile roles</vt:lpstr>
      <vt:lpstr>Agile Phases</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Grzeskowiak, John</dc:creator>
  <cp:lastModifiedBy>Grzeskowiak, John</cp:lastModifiedBy>
  <cp:revision>1</cp:revision>
  <dcterms:created xsi:type="dcterms:W3CDTF">2026-06-21T22:03:14Z</dcterms:created>
  <dcterms:modified xsi:type="dcterms:W3CDTF">2026-06-21T22:58:22Z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